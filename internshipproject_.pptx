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
  </p:notesMasterIdLst>
  <p:handoutMasterIdLst>
    <p:handoutMasterId r:id="rId18"/>
  </p:handoutMasterIdLst>
  <p:sldIdLst>
    <p:sldId id="256" r:id="rId2"/>
    <p:sldId id="325" r:id="rId3"/>
    <p:sldId id="290" r:id="rId4"/>
    <p:sldId id="320" r:id="rId5"/>
    <p:sldId id="318" r:id="rId6"/>
    <p:sldId id="326" r:id="rId7"/>
    <p:sldId id="324" r:id="rId8"/>
    <p:sldId id="333" r:id="rId9"/>
    <p:sldId id="322" r:id="rId10"/>
    <p:sldId id="334" r:id="rId11"/>
    <p:sldId id="335" r:id="rId12"/>
    <p:sldId id="336" r:id="rId13"/>
    <p:sldId id="323" r:id="rId14"/>
    <p:sldId id="331" r:id="rId15"/>
    <p:sldId id="31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83FD7A-CC32-449D-A840-FDA96AB6B676}" v="18" dt="2024-11-06T15:41:32.3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743" autoAdjust="0"/>
    <p:restoredTop sz="94660"/>
  </p:normalViewPr>
  <p:slideViewPr>
    <p:cSldViewPr snapToGrid="0">
      <p:cViewPr varScale="1">
        <p:scale>
          <a:sx n="83" d="100"/>
          <a:sy n="83" d="100"/>
        </p:scale>
        <p:origin x="101" y="341"/>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ushree Anand" userId="dcc4ef8fe417329e" providerId="LiveId" clId="{CF83FD7A-CC32-449D-A840-FDA96AB6B676}"/>
    <pc:docChg chg="custSel modSld">
      <pc:chgData name="Thanushree Anand" userId="dcc4ef8fe417329e" providerId="LiveId" clId="{CF83FD7A-CC32-449D-A840-FDA96AB6B676}" dt="2024-11-06T15:38:13.509" v="157"/>
      <pc:docMkLst>
        <pc:docMk/>
      </pc:docMkLst>
      <pc:sldChg chg="addSp delSp modSp mod">
        <pc:chgData name="Thanushree Anand" userId="dcc4ef8fe417329e" providerId="LiveId" clId="{CF83FD7A-CC32-449D-A840-FDA96AB6B676}" dt="2024-11-06T15:22:39.295" v="118" actId="313"/>
        <pc:sldMkLst>
          <pc:docMk/>
          <pc:sldMk cId="1465516331" sldId="256"/>
        </pc:sldMkLst>
        <pc:spChg chg="del">
          <ac:chgData name="Thanushree Anand" userId="dcc4ef8fe417329e" providerId="LiveId" clId="{CF83FD7A-CC32-449D-A840-FDA96AB6B676}" dt="2024-11-06T14:57:21.391" v="0" actId="478"/>
          <ac:spMkLst>
            <pc:docMk/>
            <pc:sldMk cId="1465516331" sldId="256"/>
            <ac:spMk id="2" creationId="{C7D4AA55-2D38-4D5F-8C67-1FDFADC39B88}"/>
          </ac:spMkLst>
        </pc:spChg>
        <pc:spChg chg="del">
          <ac:chgData name="Thanushree Anand" userId="dcc4ef8fe417329e" providerId="LiveId" clId="{CF83FD7A-CC32-449D-A840-FDA96AB6B676}" dt="2024-11-06T14:57:21.391" v="0" actId="478"/>
          <ac:spMkLst>
            <pc:docMk/>
            <pc:sldMk cId="1465516331" sldId="256"/>
            <ac:spMk id="3" creationId="{A406E466-DDAD-4478-AB91-8F3792EF5744}"/>
          </ac:spMkLst>
        </pc:spChg>
        <pc:spChg chg="del">
          <ac:chgData name="Thanushree Anand" userId="dcc4ef8fe417329e" providerId="LiveId" clId="{CF83FD7A-CC32-449D-A840-FDA96AB6B676}" dt="2024-11-06T14:57:21.391" v="0" actId="478"/>
          <ac:spMkLst>
            <pc:docMk/>
            <pc:sldMk cId="1465516331" sldId="256"/>
            <ac:spMk id="4" creationId="{3F5F412F-54B3-F2D5-7B01-7784CF39D2C6}"/>
          </ac:spMkLst>
        </pc:spChg>
        <pc:spChg chg="del">
          <ac:chgData name="Thanushree Anand" userId="dcc4ef8fe417329e" providerId="LiveId" clId="{CF83FD7A-CC32-449D-A840-FDA96AB6B676}" dt="2024-11-06T14:57:21.391" v="0" actId="478"/>
          <ac:spMkLst>
            <pc:docMk/>
            <pc:sldMk cId="1465516331" sldId="256"/>
            <ac:spMk id="5" creationId="{317DAEF5-2170-4568-BA4B-287DBCBCECFE}"/>
          </ac:spMkLst>
        </pc:spChg>
        <pc:spChg chg="del">
          <ac:chgData name="Thanushree Anand" userId="dcc4ef8fe417329e" providerId="LiveId" clId="{CF83FD7A-CC32-449D-A840-FDA96AB6B676}" dt="2024-11-06T14:57:21.391" v="0" actId="478"/>
          <ac:spMkLst>
            <pc:docMk/>
            <pc:sldMk cId="1465516331" sldId="256"/>
            <ac:spMk id="6" creationId="{F992BADF-AA13-4A5B-ABF5-117B0AADB9C4}"/>
          </ac:spMkLst>
        </pc:spChg>
        <pc:spChg chg="add mod">
          <ac:chgData name="Thanushree Anand" userId="dcc4ef8fe417329e" providerId="LiveId" clId="{CF83FD7A-CC32-449D-A840-FDA96AB6B676}" dt="2024-11-06T14:57:39.028" v="3" actId="14100"/>
          <ac:spMkLst>
            <pc:docMk/>
            <pc:sldMk cId="1465516331" sldId="256"/>
            <ac:spMk id="7" creationId="{D4D0DCC4-FD90-4B16-4FB2-0473137DD939}"/>
          </ac:spMkLst>
        </pc:spChg>
        <pc:spChg chg="del">
          <ac:chgData name="Thanushree Anand" userId="dcc4ef8fe417329e" providerId="LiveId" clId="{CF83FD7A-CC32-449D-A840-FDA96AB6B676}" dt="2024-11-06T14:57:21.391" v="0" actId="478"/>
          <ac:spMkLst>
            <pc:docMk/>
            <pc:sldMk cId="1465516331" sldId="256"/>
            <ac:spMk id="8" creationId="{8059CC90-A061-4A62-9182-E567D0C77A0F}"/>
          </ac:spMkLst>
        </pc:spChg>
        <pc:spChg chg="del">
          <ac:chgData name="Thanushree Anand" userId="dcc4ef8fe417329e" providerId="LiveId" clId="{CF83FD7A-CC32-449D-A840-FDA96AB6B676}" dt="2024-11-06T14:57:21.391" v="0" actId="478"/>
          <ac:spMkLst>
            <pc:docMk/>
            <pc:sldMk cId="1465516331" sldId="256"/>
            <ac:spMk id="10" creationId="{C4BC8365-A24D-421F-A09B-356D93EC1DB8}"/>
          </ac:spMkLst>
        </pc:spChg>
        <pc:spChg chg="del">
          <ac:chgData name="Thanushree Anand" userId="dcc4ef8fe417329e" providerId="LiveId" clId="{CF83FD7A-CC32-449D-A840-FDA96AB6B676}" dt="2024-11-06T14:57:21.391" v="0" actId="478"/>
          <ac:spMkLst>
            <pc:docMk/>
            <pc:sldMk cId="1465516331" sldId="256"/>
            <ac:spMk id="12" creationId="{A9A36EB0-72D4-3FBB-3E9A-B3599069EAC7}"/>
          </ac:spMkLst>
        </pc:spChg>
        <pc:spChg chg="del">
          <ac:chgData name="Thanushree Anand" userId="dcc4ef8fe417329e" providerId="LiveId" clId="{CF83FD7A-CC32-449D-A840-FDA96AB6B676}" dt="2024-11-06T14:57:21.391" v="0" actId="478"/>
          <ac:spMkLst>
            <pc:docMk/>
            <pc:sldMk cId="1465516331" sldId="256"/>
            <ac:spMk id="13" creationId="{5800306A-E844-D7C2-A076-16444FC48AD5}"/>
          </ac:spMkLst>
        </pc:spChg>
        <pc:spChg chg="add mod">
          <ac:chgData name="Thanushree Anand" userId="dcc4ef8fe417329e" providerId="LiveId" clId="{CF83FD7A-CC32-449D-A840-FDA96AB6B676}" dt="2024-11-06T14:57:22.658" v="1"/>
          <ac:spMkLst>
            <pc:docMk/>
            <pc:sldMk cId="1465516331" sldId="256"/>
            <ac:spMk id="14" creationId="{1D0F2F5B-93CA-15BC-2C2A-6BCBDC7D48C3}"/>
          </ac:spMkLst>
        </pc:spChg>
        <pc:spChg chg="add mod">
          <ac:chgData name="Thanushree Anand" userId="dcc4ef8fe417329e" providerId="LiveId" clId="{CF83FD7A-CC32-449D-A840-FDA96AB6B676}" dt="2024-11-06T14:57:22.658" v="1"/>
          <ac:spMkLst>
            <pc:docMk/>
            <pc:sldMk cId="1465516331" sldId="256"/>
            <ac:spMk id="17" creationId="{C10A2BC6-4DEB-2721-3AAC-F40404D7AF24}"/>
          </ac:spMkLst>
        </pc:spChg>
        <pc:spChg chg="add mod">
          <ac:chgData name="Thanushree Anand" userId="dcc4ef8fe417329e" providerId="LiveId" clId="{CF83FD7A-CC32-449D-A840-FDA96AB6B676}" dt="2024-11-06T15:17:30.414" v="12"/>
          <ac:spMkLst>
            <pc:docMk/>
            <pc:sldMk cId="1465516331" sldId="256"/>
            <ac:spMk id="18" creationId="{7E388317-996C-305A-9B40-E2C75AA7B977}"/>
          </ac:spMkLst>
        </pc:spChg>
        <pc:spChg chg="add mod">
          <ac:chgData name="Thanushree Anand" userId="dcc4ef8fe417329e" providerId="LiveId" clId="{CF83FD7A-CC32-449D-A840-FDA96AB6B676}" dt="2024-11-06T15:22:39.295" v="118" actId="313"/>
          <ac:spMkLst>
            <pc:docMk/>
            <pc:sldMk cId="1465516331" sldId="256"/>
            <ac:spMk id="20" creationId="{EA02B13E-F0B8-3BA8-61BA-41D769BF802C}"/>
          </ac:spMkLst>
        </pc:spChg>
        <pc:spChg chg="add mod">
          <ac:chgData name="Thanushree Anand" userId="dcc4ef8fe417329e" providerId="LiveId" clId="{CF83FD7A-CC32-449D-A840-FDA96AB6B676}" dt="2024-11-06T15:18:45.215" v="47" actId="122"/>
          <ac:spMkLst>
            <pc:docMk/>
            <pc:sldMk cId="1465516331" sldId="256"/>
            <ac:spMk id="21" creationId="{3C37C323-F1DC-B803-1611-10F0390CE8E9}"/>
          </ac:spMkLst>
        </pc:spChg>
        <pc:picChg chg="add mod">
          <ac:chgData name="Thanushree Anand" userId="dcc4ef8fe417329e" providerId="LiveId" clId="{CF83FD7A-CC32-449D-A840-FDA96AB6B676}" dt="2024-11-06T14:57:22.658" v="1"/>
          <ac:picMkLst>
            <pc:docMk/>
            <pc:sldMk cId="1465516331" sldId="256"/>
            <ac:picMk id="9" creationId="{5B257D47-8295-16F3-BFFA-370045427C21}"/>
          </ac:picMkLst>
        </pc:picChg>
        <pc:picChg chg="add mod">
          <ac:chgData name="Thanushree Anand" userId="dcc4ef8fe417329e" providerId="LiveId" clId="{CF83FD7A-CC32-449D-A840-FDA96AB6B676}" dt="2024-11-06T14:57:22.658" v="1"/>
          <ac:picMkLst>
            <pc:docMk/>
            <pc:sldMk cId="1465516331" sldId="256"/>
            <ac:picMk id="11" creationId="{4636F7C6-FE5B-F7C8-DBFA-DEC2EA59F155}"/>
          </ac:picMkLst>
        </pc:picChg>
        <pc:picChg chg="del">
          <ac:chgData name="Thanushree Anand" userId="dcc4ef8fe417329e" providerId="LiveId" clId="{CF83FD7A-CC32-449D-A840-FDA96AB6B676}" dt="2024-11-06T14:57:21.391" v="0" actId="478"/>
          <ac:picMkLst>
            <pc:docMk/>
            <pc:sldMk cId="1465516331" sldId="256"/>
            <ac:picMk id="15" creationId="{309A5A77-B564-4F0C-984C-7CEC06A7FE65}"/>
          </ac:picMkLst>
        </pc:picChg>
        <pc:picChg chg="del">
          <ac:chgData name="Thanushree Anand" userId="dcc4ef8fe417329e" providerId="LiveId" clId="{CF83FD7A-CC32-449D-A840-FDA96AB6B676}" dt="2024-11-06T14:57:21.391" v="0" actId="478"/>
          <ac:picMkLst>
            <pc:docMk/>
            <pc:sldMk cId="1465516331" sldId="256"/>
            <ac:picMk id="16" creationId="{11584C0F-99AD-41EC-909B-7DA4391F764F}"/>
          </ac:picMkLst>
        </pc:picChg>
        <pc:picChg chg="add del mod">
          <ac:chgData name="Thanushree Anand" userId="dcc4ef8fe417329e" providerId="LiveId" clId="{CF83FD7A-CC32-449D-A840-FDA96AB6B676}" dt="2024-11-06T15:17:47.225" v="13" actId="478"/>
          <ac:picMkLst>
            <pc:docMk/>
            <pc:sldMk cId="1465516331" sldId="256"/>
            <ac:picMk id="19" creationId="{2DD3E4AE-94EC-0FCC-6CA3-FDBF9FF1F101}"/>
          </ac:picMkLst>
        </pc:picChg>
      </pc:sldChg>
      <pc:sldChg chg="addSp delSp modSp mod">
        <pc:chgData name="Thanushree Anand" userId="dcc4ef8fe417329e" providerId="LiveId" clId="{CF83FD7A-CC32-449D-A840-FDA96AB6B676}" dt="2024-11-06T15:25:21.125" v="130"/>
        <pc:sldMkLst>
          <pc:docMk/>
          <pc:sldMk cId="1755299587" sldId="290"/>
        </pc:sldMkLst>
        <pc:spChg chg="add mod">
          <ac:chgData name="Thanushree Anand" userId="dcc4ef8fe417329e" providerId="LiveId" clId="{CF83FD7A-CC32-449D-A840-FDA96AB6B676}" dt="2024-11-06T15:25:21.125" v="130"/>
          <ac:spMkLst>
            <pc:docMk/>
            <pc:sldMk cId="1755299587" sldId="290"/>
            <ac:spMk id="2" creationId="{97AD3511-C60C-E237-4D31-369071CDBA4E}"/>
          </ac:spMkLst>
        </pc:spChg>
        <pc:spChg chg="del">
          <ac:chgData name="Thanushree Anand" userId="dcc4ef8fe417329e" providerId="LiveId" clId="{CF83FD7A-CC32-449D-A840-FDA96AB6B676}" dt="2024-11-06T15:25:20.485" v="129" actId="478"/>
          <ac:spMkLst>
            <pc:docMk/>
            <pc:sldMk cId="1755299587" sldId="290"/>
            <ac:spMk id="3" creationId="{1AB693D7-7951-4B6B-8281-36C36769E12D}"/>
          </ac:spMkLst>
        </pc:spChg>
        <pc:spChg chg="del">
          <ac:chgData name="Thanushree Anand" userId="dcc4ef8fe417329e" providerId="LiveId" clId="{CF83FD7A-CC32-449D-A840-FDA96AB6B676}" dt="2024-11-06T15:25:17.489" v="128" actId="478"/>
          <ac:spMkLst>
            <pc:docMk/>
            <pc:sldMk cId="1755299587" sldId="290"/>
            <ac:spMk id="8" creationId="{7C02D134-F8FF-3ABB-2DDC-00D01060AC82}"/>
          </ac:spMkLst>
        </pc:spChg>
      </pc:sldChg>
      <pc:sldChg chg="addSp delSp modSp mod">
        <pc:chgData name="Thanushree Anand" userId="dcc4ef8fe417329e" providerId="LiveId" clId="{CF83FD7A-CC32-449D-A840-FDA96AB6B676}" dt="2024-11-06T15:38:13.509" v="157"/>
        <pc:sldMkLst>
          <pc:docMk/>
          <pc:sldMk cId="3208977500" sldId="314"/>
        </pc:sldMkLst>
        <pc:spChg chg="add mod">
          <ac:chgData name="Thanushree Anand" userId="dcc4ef8fe417329e" providerId="LiveId" clId="{CF83FD7A-CC32-449D-A840-FDA96AB6B676}" dt="2024-11-06T15:38:13.509" v="157"/>
          <ac:spMkLst>
            <pc:docMk/>
            <pc:sldMk cId="3208977500" sldId="314"/>
            <ac:spMk id="2" creationId="{F8690F54-C4EF-C8ED-1975-90D8CD49BA39}"/>
          </ac:spMkLst>
        </pc:spChg>
        <pc:spChg chg="del">
          <ac:chgData name="Thanushree Anand" userId="dcc4ef8fe417329e" providerId="LiveId" clId="{CF83FD7A-CC32-449D-A840-FDA96AB6B676}" dt="2024-11-06T15:38:13.018" v="156" actId="478"/>
          <ac:spMkLst>
            <pc:docMk/>
            <pc:sldMk cId="3208977500" sldId="314"/>
            <ac:spMk id="3" creationId="{49BE6FC0-4920-43CC-8562-9617D3583B66}"/>
          </ac:spMkLst>
        </pc:spChg>
        <pc:spChg chg="del">
          <ac:chgData name="Thanushree Anand" userId="dcc4ef8fe417329e" providerId="LiveId" clId="{CF83FD7A-CC32-449D-A840-FDA96AB6B676}" dt="2024-11-06T15:38:13.018" v="156" actId="478"/>
          <ac:spMkLst>
            <pc:docMk/>
            <pc:sldMk cId="3208977500" sldId="314"/>
            <ac:spMk id="5" creationId="{E760ECFA-DA68-9B69-11C1-8F6B66909136}"/>
          </ac:spMkLst>
        </pc:spChg>
      </pc:sldChg>
      <pc:sldChg chg="addSp delSp modSp mod">
        <pc:chgData name="Thanushree Anand" userId="dcc4ef8fe417329e" providerId="LiveId" clId="{CF83FD7A-CC32-449D-A840-FDA96AB6B676}" dt="2024-11-06T15:25:41.067" v="136"/>
        <pc:sldMkLst>
          <pc:docMk/>
          <pc:sldMk cId="2265269718" sldId="318"/>
        </pc:sldMkLst>
        <pc:spChg chg="add mod">
          <ac:chgData name="Thanushree Anand" userId="dcc4ef8fe417329e" providerId="LiveId" clId="{CF83FD7A-CC32-449D-A840-FDA96AB6B676}" dt="2024-11-06T15:25:41.067" v="136"/>
          <ac:spMkLst>
            <pc:docMk/>
            <pc:sldMk cId="2265269718" sldId="318"/>
            <ac:spMk id="2" creationId="{1515429F-6734-4C89-8E3C-DB1DDED24BC5}"/>
          </ac:spMkLst>
        </pc:spChg>
        <pc:spChg chg="del">
          <ac:chgData name="Thanushree Anand" userId="dcc4ef8fe417329e" providerId="LiveId" clId="{CF83FD7A-CC32-449D-A840-FDA96AB6B676}" dt="2024-11-06T15:25:40.707" v="135" actId="478"/>
          <ac:spMkLst>
            <pc:docMk/>
            <pc:sldMk cId="2265269718" sldId="318"/>
            <ac:spMk id="3" creationId="{B78B3C8F-1B05-0965-B262-DDAAD89AC063}"/>
          </ac:spMkLst>
        </pc:spChg>
        <pc:spChg chg="del">
          <ac:chgData name="Thanushree Anand" userId="dcc4ef8fe417329e" providerId="LiveId" clId="{CF83FD7A-CC32-449D-A840-FDA96AB6B676}" dt="2024-11-06T15:25:37.969" v="134" actId="478"/>
          <ac:spMkLst>
            <pc:docMk/>
            <pc:sldMk cId="2265269718" sldId="318"/>
            <ac:spMk id="9" creationId="{348C95E0-8926-E1EA-7C01-21A196910285}"/>
          </ac:spMkLst>
        </pc:spChg>
      </pc:sldChg>
      <pc:sldChg chg="addSp delSp modSp mod">
        <pc:chgData name="Thanushree Anand" userId="dcc4ef8fe417329e" providerId="LiveId" clId="{CF83FD7A-CC32-449D-A840-FDA96AB6B676}" dt="2024-11-06T15:25:33.945" v="133"/>
        <pc:sldMkLst>
          <pc:docMk/>
          <pc:sldMk cId="375625279" sldId="320"/>
        </pc:sldMkLst>
        <pc:spChg chg="add mod">
          <ac:chgData name="Thanushree Anand" userId="dcc4ef8fe417329e" providerId="LiveId" clId="{CF83FD7A-CC32-449D-A840-FDA96AB6B676}" dt="2024-11-06T15:25:33.945" v="133"/>
          <ac:spMkLst>
            <pc:docMk/>
            <pc:sldMk cId="375625279" sldId="320"/>
            <ac:spMk id="2" creationId="{ECD5C322-DA8D-3B37-D0B2-55D2613BA7A4}"/>
          </ac:spMkLst>
        </pc:spChg>
        <pc:spChg chg="del">
          <ac:chgData name="Thanushree Anand" userId="dcc4ef8fe417329e" providerId="LiveId" clId="{CF83FD7A-CC32-449D-A840-FDA96AB6B676}" dt="2024-11-06T15:25:33.429" v="132" actId="478"/>
          <ac:spMkLst>
            <pc:docMk/>
            <pc:sldMk cId="375625279" sldId="320"/>
            <ac:spMk id="3" creationId="{1AB693D7-7951-4B6B-8281-36C36769E12D}"/>
          </ac:spMkLst>
        </pc:spChg>
        <pc:spChg chg="del">
          <ac:chgData name="Thanushree Anand" userId="dcc4ef8fe417329e" providerId="LiveId" clId="{CF83FD7A-CC32-449D-A840-FDA96AB6B676}" dt="2024-11-06T15:25:30.242" v="131" actId="478"/>
          <ac:spMkLst>
            <pc:docMk/>
            <pc:sldMk cId="375625279" sldId="320"/>
            <ac:spMk id="8" creationId="{B11DB745-0B8D-808B-4654-336891617B40}"/>
          </ac:spMkLst>
        </pc:spChg>
      </pc:sldChg>
      <pc:sldChg chg="addSp delSp modSp mod">
        <pc:chgData name="Thanushree Anand" userId="dcc4ef8fe417329e" providerId="LiveId" clId="{CF83FD7A-CC32-449D-A840-FDA96AB6B676}" dt="2024-11-06T15:26:16.973" v="148"/>
        <pc:sldMkLst>
          <pc:docMk/>
          <pc:sldMk cId="1426056050" sldId="322"/>
        </pc:sldMkLst>
        <pc:spChg chg="add mod">
          <ac:chgData name="Thanushree Anand" userId="dcc4ef8fe417329e" providerId="LiveId" clId="{CF83FD7A-CC32-449D-A840-FDA96AB6B676}" dt="2024-11-06T15:26:16.973" v="148"/>
          <ac:spMkLst>
            <pc:docMk/>
            <pc:sldMk cId="1426056050" sldId="322"/>
            <ac:spMk id="2" creationId="{D1DE165B-899B-EBA2-B20A-E00930F24A61}"/>
          </ac:spMkLst>
        </pc:spChg>
        <pc:spChg chg="del">
          <ac:chgData name="Thanushree Anand" userId="dcc4ef8fe417329e" providerId="LiveId" clId="{CF83FD7A-CC32-449D-A840-FDA96AB6B676}" dt="2024-11-06T15:26:13.187" v="146" actId="478"/>
          <ac:spMkLst>
            <pc:docMk/>
            <pc:sldMk cId="1426056050" sldId="322"/>
            <ac:spMk id="8" creationId="{71C7C8B6-D09A-9488-7C5D-EBFC2F333E85}"/>
          </ac:spMkLst>
        </pc:spChg>
        <pc:spChg chg="del">
          <ac:chgData name="Thanushree Anand" userId="dcc4ef8fe417329e" providerId="LiveId" clId="{CF83FD7A-CC32-449D-A840-FDA96AB6B676}" dt="2024-11-06T15:26:16.284" v="147" actId="478"/>
          <ac:spMkLst>
            <pc:docMk/>
            <pc:sldMk cId="1426056050" sldId="322"/>
            <ac:spMk id="9" creationId="{00000000-0000-0000-0000-000000000000}"/>
          </ac:spMkLst>
        </pc:spChg>
      </pc:sldChg>
      <pc:sldChg chg="addSp delSp modSp mod">
        <pc:chgData name="Thanushree Anand" userId="dcc4ef8fe417329e" providerId="LiveId" clId="{CF83FD7A-CC32-449D-A840-FDA96AB6B676}" dt="2024-11-06T15:38:07.459" v="155"/>
        <pc:sldMkLst>
          <pc:docMk/>
          <pc:sldMk cId="2089269604" sldId="323"/>
        </pc:sldMkLst>
        <pc:spChg chg="add mod">
          <ac:chgData name="Thanushree Anand" userId="dcc4ef8fe417329e" providerId="LiveId" clId="{CF83FD7A-CC32-449D-A840-FDA96AB6B676}" dt="2024-11-06T15:38:07.459" v="155"/>
          <ac:spMkLst>
            <pc:docMk/>
            <pc:sldMk cId="2089269604" sldId="323"/>
            <ac:spMk id="2" creationId="{1972B50D-28E2-8914-BBAC-2A28D192F822}"/>
          </ac:spMkLst>
        </pc:spChg>
        <pc:spChg chg="del">
          <ac:chgData name="Thanushree Anand" userId="dcc4ef8fe417329e" providerId="LiveId" clId="{CF83FD7A-CC32-449D-A840-FDA96AB6B676}" dt="2024-11-06T15:38:06.971" v="154" actId="478"/>
          <ac:spMkLst>
            <pc:docMk/>
            <pc:sldMk cId="2089269604" sldId="323"/>
            <ac:spMk id="3" creationId="{B78B3C8F-1B05-0965-B262-DDAAD89AC063}"/>
          </ac:spMkLst>
        </pc:spChg>
        <pc:spChg chg="del">
          <ac:chgData name="Thanushree Anand" userId="dcc4ef8fe417329e" providerId="LiveId" clId="{CF83FD7A-CC32-449D-A840-FDA96AB6B676}" dt="2024-11-06T15:38:06.971" v="154" actId="478"/>
          <ac:spMkLst>
            <pc:docMk/>
            <pc:sldMk cId="2089269604" sldId="323"/>
            <ac:spMk id="9" creationId="{9AE65040-9105-9D52-8CD2-A499FDDF8A05}"/>
          </ac:spMkLst>
        </pc:spChg>
      </pc:sldChg>
      <pc:sldChg chg="addSp delSp modSp mod">
        <pc:chgData name="Thanushree Anand" userId="dcc4ef8fe417329e" providerId="LiveId" clId="{CF83FD7A-CC32-449D-A840-FDA96AB6B676}" dt="2024-11-06T15:26:00.325" v="142"/>
        <pc:sldMkLst>
          <pc:docMk/>
          <pc:sldMk cId="1126347398" sldId="324"/>
        </pc:sldMkLst>
        <pc:spChg chg="add mod">
          <ac:chgData name="Thanushree Anand" userId="dcc4ef8fe417329e" providerId="LiveId" clId="{CF83FD7A-CC32-449D-A840-FDA96AB6B676}" dt="2024-11-06T15:26:00.325" v="142"/>
          <ac:spMkLst>
            <pc:docMk/>
            <pc:sldMk cId="1126347398" sldId="324"/>
            <ac:spMk id="3" creationId="{9CE6BE49-89F5-CCA8-2DE3-96EF4B76F043}"/>
          </ac:spMkLst>
        </pc:spChg>
        <pc:spChg chg="del">
          <ac:chgData name="Thanushree Anand" userId="dcc4ef8fe417329e" providerId="LiveId" clId="{CF83FD7A-CC32-449D-A840-FDA96AB6B676}" dt="2024-11-06T15:25:56.174" v="140" actId="478"/>
          <ac:spMkLst>
            <pc:docMk/>
            <pc:sldMk cId="1126347398" sldId="324"/>
            <ac:spMk id="4" creationId="{37954DE1-7AD0-F5ED-AB12-3B10E03B11EC}"/>
          </ac:spMkLst>
        </pc:spChg>
        <pc:spChg chg="del">
          <ac:chgData name="Thanushree Anand" userId="dcc4ef8fe417329e" providerId="LiveId" clId="{CF83FD7A-CC32-449D-A840-FDA96AB6B676}" dt="2024-11-06T15:25:59.902" v="141" actId="478"/>
          <ac:spMkLst>
            <pc:docMk/>
            <pc:sldMk cId="1126347398" sldId="324"/>
            <ac:spMk id="8" creationId="{00000000-0000-0000-0000-000000000000}"/>
          </ac:spMkLst>
        </pc:spChg>
      </pc:sldChg>
      <pc:sldChg chg="addSp delSp modSp mod">
        <pc:chgData name="Thanushree Anand" userId="dcc4ef8fe417329e" providerId="LiveId" clId="{CF83FD7A-CC32-449D-A840-FDA96AB6B676}" dt="2024-11-06T15:25:11.434" v="127" actId="1076"/>
        <pc:sldMkLst>
          <pc:docMk/>
          <pc:sldMk cId="3139190632" sldId="325"/>
        </pc:sldMkLst>
        <pc:spChg chg="add mod">
          <ac:chgData name="Thanushree Anand" userId="dcc4ef8fe417329e" providerId="LiveId" clId="{CF83FD7A-CC32-449D-A840-FDA96AB6B676}" dt="2024-11-06T15:25:11.434" v="127" actId="1076"/>
          <ac:spMkLst>
            <pc:docMk/>
            <pc:sldMk cId="3139190632" sldId="325"/>
            <ac:spMk id="2" creationId="{D61823FE-2872-FF68-82DB-6FF7FEEE065F}"/>
          </ac:spMkLst>
        </pc:spChg>
        <pc:spChg chg="del mod">
          <ac:chgData name="Thanushree Anand" userId="dcc4ef8fe417329e" providerId="LiveId" clId="{CF83FD7A-CC32-449D-A840-FDA96AB6B676}" dt="2024-11-06T15:24:49.224" v="121" actId="478"/>
          <ac:spMkLst>
            <pc:docMk/>
            <pc:sldMk cId="3139190632" sldId="325"/>
            <ac:spMk id="3" creationId="{4FE5A70A-D4B5-5650-B78F-C5CCFD5CE6ED}"/>
          </ac:spMkLst>
        </pc:spChg>
        <pc:spChg chg="del">
          <ac:chgData name="Thanushree Anand" userId="dcc4ef8fe417329e" providerId="LiveId" clId="{CF83FD7A-CC32-449D-A840-FDA96AB6B676}" dt="2024-11-06T15:24:52.438" v="122" actId="478"/>
          <ac:spMkLst>
            <pc:docMk/>
            <pc:sldMk cId="3139190632" sldId="325"/>
            <ac:spMk id="7" creationId="{00000000-0000-0000-0000-000000000000}"/>
          </ac:spMkLst>
        </pc:spChg>
      </pc:sldChg>
      <pc:sldChg chg="addSp delSp modSp mod">
        <pc:chgData name="Thanushree Anand" userId="dcc4ef8fe417329e" providerId="LiveId" clId="{CF83FD7A-CC32-449D-A840-FDA96AB6B676}" dt="2024-11-06T15:25:51.587" v="139"/>
        <pc:sldMkLst>
          <pc:docMk/>
          <pc:sldMk cId="4007113269" sldId="326"/>
        </pc:sldMkLst>
        <pc:spChg chg="add mod">
          <ac:chgData name="Thanushree Anand" userId="dcc4ef8fe417329e" providerId="LiveId" clId="{CF83FD7A-CC32-449D-A840-FDA96AB6B676}" dt="2024-11-06T15:25:51.587" v="139"/>
          <ac:spMkLst>
            <pc:docMk/>
            <pc:sldMk cId="4007113269" sldId="326"/>
            <ac:spMk id="2" creationId="{47444BCF-8091-2BF7-E66C-60FEE0E9A0D2}"/>
          </ac:spMkLst>
        </pc:spChg>
        <pc:spChg chg="del">
          <ac:chgData name="Thanushree Anand" userId="dcc4ef8fe417329e" providerId="LiveId" clId="{CF83FD7A-CC32-449D-A840-FDA96AB6B676}" dt="2024-11-06T15:25:47.132" v="137" actId="478"/>
          <ac:spMkLst>
            <pc:docMk/>
            <pc:sldMk cId="4007113269" sldId="326"/>
            <ac:spMk id="3" creationId="{03732A1D-146C-C03F-800C-8081117420A9}"/>
          </ac:spMkLst>
        </pc:spChg>
        <pc:spChg chg="del">
          <ac:chgData name="Thanushree Anand" userId="dcc4ef8fe417329e" providerId="LiveId" clId="{CF83FD7A-CC32-449D-A840-FDA96AB6B676}" dt="2024-11-06T15:25:50.344" v="138" actId="478"/>
          <ac:spMkLst>
            <pc:docMk/>
            <pc:sldMk cId="4007113269" sldId="326"/>
            <ac:spMk id="4" creationId="{00000000-0000-0000-0000-000000000000}"/>
          </ac:spMkLst>
        </pc:spChg>
      </pc:sldChg>
      <pc:sldChg chg="addSp delSp modSp mod">
        <pc:chgData name="Thanushree Anand" userId="dcc4ef8fe417329e" providerId="LiveId" clId="{CF83FD7A-CC32-449D-A840-FDA96AB6B676}" dt="2024-11-06T15:26:08.263" v="145"/>
        <pc:sldMkLst>
          <pc:docMk/>
          <pc:sldMk cId="1530599051" sldId="333"/>
        </pc:sldMkLst>
        <pc:spChg chg="add mod">
          <ac:chgData name="Thanushree Anand" userId="dcc4ef8fe417329e" providerId="LiveId" clId="{CF83FD7A-CC32-449D-A840-FDA96AB6B676}" dt="2024-11-06T15:26:08.263" v="145"/>
          <ac:spMkLst>
            <pc:docMk/>
            <pc:sldMk cId="1530599051" sldId="333"/>
            <ac:spMk id="2" creationId="{E7619390-5C4F-EB5B-FB52-CFCF8D899A54}"/>
          </ac:spMkLst>
        </pc:spChg>
        <pc:spChg chg="del">
          <ac:chgData name="Thanushree Anand" userId="dcc4ef8fe417329e" providerId="LiveId" clId="{CF83FD7A-CC32-449D-A840-FDA96AB6B676}" dt="2024-11-06T15:26:04.689" v="143" actId="478"/>
          <ac:spMkLst>
            <pc:docMk/>
            <pc:sldMk cId="1530599051" sldId="333"/>
            <ac:spMk id="3" creationId="{C8C1689A-4744-9D75-E47D-56E2FC1855AD}"/>
          </ac:spMkLst>
        </pc:spChg>
        <pc:spChg chg="del">
          <ac:chgData name="Thanushree Anand" userId="dcc4ef8fe417329e" providerId="LiveId" clId="{CF83FD7A-CC32-449D-A840-FDA96AB6B676}" dt="2024-11-06T15:26:07.822" v="144" actId="478"/>
          <ac:spMkLst>
            <pc:docMk/>
            <pc:sldMk cId="1530599051" sldId="333"/>
            <ac:spMk id="6" creationId="{528647FC-48D7-9E12-6A59-FD2C21F500AD}"/>
          </ac:spMkLst>
        </pc:spChg>
      </pc:sldChg>
      <pc:sldChg chg="addSp delSp modSp mod">
        <pc:chgData name="Thanushree Anand" userId="dcc4ef8fe417329e" providerId="LiveId" clId="{CF83FD7A-CC32-449D-A840-FDA96AB6B676}" dt="2024-11-06T15:26:27.242" v="151"/>
        <pc:sldMkLst>
          <pc:docMk/>
          <pc:sldMk cId="3982389821" sldId="334"/>
        </pc:sldMkLst>
        <pc:spChg chg="add mod">
          <ac:chgData name="Thanushree Anand" userId="dcc4ef8fe417329e" providerId="LiveId" clId="{CF83FD7A-CC32-449D-A840-FDA96AB6B676}" dt="2024-11-06T15:26:27.242" v="151"/>
          <ac:spMkLst>
            <pc:docMk/>
            <pc:sldMk cId="3982389821" sldId="334"/>
            <ac:spMk id="2" creationId="{6E17FCE2-5A9B-4655-CA9D-B39D1B12A025}"/>
          </ac:spMkLst>
        </pc:spChg>
        <pc:spChg chg="del">
          <ac:chgData name="Thanushree Anand" userId="dcc4ef8fe417329e" providerId="LiveId" clId="{CF83FD7A-CC32-449D-A840-FDA96AB6B676}" dt="2024-11-06T15:26:23.694" v="149" actId="478"/>
          <ac:spMkLst>
            <pc:docMk/>
            <pc:sldMk cId="3982389821" sldId="334"/>
            <ac:spMk id="24" creationId="{4CCD0BF7-6B75-739B-D363-963A1ADB60A9}"/>
          </ac:spMkLst>
        </pc:spChg>
        <pc:spChg chg="del">
          <ac:chgData name="Thanushree Anand" userId="dcc4ef8fe417329e" providerId="LiveId" clId="{CF83FD7A-CC32-449D-A840-FDA96AB6B676}" dt="2024-11-06T15:26:26.866" v="150" actId="478"/>
          <ac:spMkLst>
            <pc:docMk/>
            <pc:sldMk cId="3982389821" sldId="334"/>
            <ac:spMk id="25" creationId="{F2BF3A5D-2C87-BA7B-AAE9-FF18F2717BD6}"/>
          </ac:spMkLst>
        </pc:spChg>
      </pc:sldChg>
      <pc:sldChg chg="addSp delSp modSp mod">
        <pc:chgData name="Thanushree Anand" userId="dcc4ef8fe417329e" providerId="LiveId" clId="{CF83FD7A-CC32-449D-A840-FDA96AB6B676}" dt="2024-11-06T15:37:57.801" v="153"/>
        <pc:sldMkLst>
          <pc:docMk/>
          <pc:sldMk cId="481111970" sldId="336"/>
        </pc:sldMkLst>
        <pc:spChg chg="add mod">
          <ac:chgData name="Thanushree Anand" userId="dcc4ef8fe417329e" providerId="LiveId" clId="{CF83FD7A-CC32-449D-A840-FDA96AB6B676}" dt="2024-11-06T15:37:57.801" v="153"/>
          <ac:spMkLst>
            <pc:docMk/>
            <pc:sldMk cId="481111970" sldId="336"/>
            <ac:spMk id="2" creationId="{D4E65C44-5C7F-5EE9-9EF2-81CF535AFEE8}"/>
          </ac:spMkLst>
        </pc:spChg>
        <pc:spChg chg="del">
          <ac:chgData name="Thanushree Anand" userId="dcc4ef8fe417329e" providerId="LiveId" clId="{CF83FD7A-CC32-449D-A840-FDA96AB6B676}" dt="2024-11-06T15:37:56.886" v="152" actId="478"/>
          <ac:spMkLst>
            <pc:docMk/>
            <pc:sldMk cId="481111970" sldId="336"/>
            <ac:spMk id="9" creationId="{E4D2F791-26AE-4416-03E3-AB7B148FCD8B}"/>
          </ac:spMkLst>
        </pc:spChg>
        <pc:spChg chg="del">
          <ac:chgData name="Thanushree Anand" userId="dcc4ef8fe417329e" providerId="LiveId" clId="{CF83FD7A-CC32-449D-A840-FDA96AB6B676}" dt="2024-11-06T15:37:56.886" v="152" actId="478"/>
          <ac:spMkLst>
            <pc:docMk/>
            <pc:sldMk cId="481111970" sldId="336"/>
            <ac:spMk id="10" creationId="{2B157D03-FEFD-BD97-98CA-5AD5FA397D1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6660E4-7FA6-4A8A-9FD0-A38A6D6056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0B57958-CA2F-4BFE-9253-47043F75E6C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C67D01-8A76-4862-844A-5252E333A848}" type="datetimeFigureOut">
              <a:rPr lang="en-IN" smtClean="0"/>
              <a:pPr/>
              <a:t>06-11-2024</a:t>
            </a:fld>
            <a:endParaRPr lang="en-IN"/>
          </a:p>
        </p:txBody>
      </p:sp>
      <p:sp>
        <p:nvSpPr>
          <p:cNvPr id="4" name="Footer Placeholder 3">
            <a:extLst>
              <a:ext uri="{FF2B5EF4-FFF2-40B4-BE49-F238E27FC236}">
                <a16:creationId xmlns:a16="http://schemas.microsoft.com/office/drawing/2014/main" id="{22AF1A3E-45E2-4BC4-A967-10C2A26EC86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ECE</a:t>
            </a:r>
          </a:p>
        </p:txBody>
      </p:sp>
      <p:sp>
        <p:nvSpPr>
          <p:cNvPr id="5" name="Slide Number Placeholder 4">
            <a:extLst>
              <a:ext uri="{FF2B5EF4-FFF2-40B4-BE49-F238E27FC236}">
                <a16:creationId xmlns:a16="http://schemas.microsoft.com/office/drawing/2014/main" id="{9CD9C3C5-6E2A-4488-873C-EFA25B1B8B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5F8237-8936-4B21-B732-F71E793CDE02}" type="slidenum">
              <a:rPr lang="en-IN" smtClean="0"/>
              <a:pPr/>
              <a:t>‹#›</a:t>
            </a:fld>
            <a:endParaRPr lang="en-IN"/>
          </a:p>
        </p:txBody>
      </p:sp>
    </p:spTree>
    <p:extLst>
      <p:ext uri="{BB962C8B-B14F-4D97-AF65-F5344CB8AC3E}">
        <p14:creationId xmlns:p14="http://schemas.microsoft.com/office/powerpoint/2010/main" val="235550605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3A3C3-28AA-4434-ACAB-C9A2260D184B}" type="datetimeFigureOut">
              <a:rPr lang="en-IN" smtClean="0"/>
              <a:pPr/>
              <a:t>06-11-2024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ECE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8696A9-2D74-4675-8CBB-A869D0628AE8}" type="slidenum">
              <a:rPr lang="en-IN" smtClean="0"/>
              <a:pPr/>
              <a:t>‹#›</a:t>
            </a:fld>
            <a:endParaRPr lang="en-IN"/>
          </a:p>
        </p:txBody>
      </p:sp>
    </p:spTree>
    <p:extLst>
      <p:ext uri="{BB962C8B-B14F-4D97-AF65-F5344CB8AC3E}">
        <p14:creationId xmlns:p14="http://schemas.microsoft.com/office/powerpoint/2010/main" val="348765732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IN" dirty="0"/>
              <a:t>20  10  2020</a:t>
            </a: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338792-157D-4275-B9A3-9326D62F514A}"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11128"/>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IN" dirty="0"/>
              <a:t>20  10  2020</a:t>
            </a: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338792-157D-4275-B9A3-9326D62F514A}" type="slidenum">
              <a:rPr lang="en-IN" smtClean="0"/>
              <a:pPr/>
              <a:t>‹#›</a:t>
            </a:fld>
            <a:endParaRPr lang="en-IN"/>
          </a:p>
        </p:txBody>
      </p:sp>
    </p:spTree>
    <p:extLst>
      <p:ext uri="{BB962C8B-B14F-4D97-AF65-F5344CB8AC3E}">
        <p14:creationId xmlns:p14="http://schemas.microsoft.com/office/powerpoint/2010/main" val="3843322025"/>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IN" dirty="0"/>
              <a:t>20  10  2020</a:t>
            </a: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338792-157D-4275-B9A3-9326D62F514A}"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911466"/>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IN" dirty="0"/>
              <a:t>20  10  2020</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338792-157D-4275-B9A3-9326D62F514A}" type="slidenum">
              <a:rPr lang="en-IN" smtClean="0"/>
              <a:pPr/>
              <a:t>‹#›</a:t>
            </a:fld>
            <a:endParaRPr lang="en-IN"/>
          </a:p>
        </p:txBody>
      </p:sp>
    </p:spTree>
    <p:extLst>
      <p:ext uri="{BB962C8B-B14F-4D97-AF65-F5344CB8AC3E}">
        <p14:creationId xmlns:p14="http://schemas.microsoft.com/office/powerpoint/2010/main" val="2362996593"/>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IN" dirty="0"/>
              <a:t>20  10  2020</a:t>
            </a:r>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338792-157D-4275-B9A3-9326D62F514A}" type="slidenum">
              <a:rPr lang="en-IN" smtClean="0"/>
              <a:pPr/>
              <a:t>‹#›</a:t>
            </a:fld>
            <a:endParaRPr lang="en-IN"/>
          </a:p>
        </p:txBody>
      </p:sp>
    </p:spTree>
    <p:extLst>
      <p:ext uri="{BB962C8B-B14F-4D97-AF65-F5344CB8AC3E}">
        <p14:creationId xmlns:p14="http://schemas.microsoft.com/office/powerpoint/2010/main" val="243034744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IN" dirty="0"/>
              <a:t>20  10  2020</a:t>
            </a: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338792-157D-4275-B9A3-9326D62F514A}" type="slidenum">
              <a:rPr lang="en-IN" smtClean="0"/>
              <a:pPr/>
              <a:t>‹#›</a:t>
            </a:fld>
            <a:endParaRPr lang="en-IN"/>
          </a:p>
        </p:txBody>
      </p:sp>
    </p:spTree>
    <p:extLst>
      <p:ext uri="{BB962C8B-B14F-4D97-AF65-F5344CB8AC3E}">
        <p14:creationId xmlns:p14="http://schemas.microsoft.com/office/powerpoint/2010/main" val="243451905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IN" dirty="0"/>
              <a:t>20  10  2020</a:t>
            </a: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A338792-157D-4275-B9A3-9326D62F514A}" type="slidenum">
              <a:rPr lang="en-IN" smtClean="0"/>
              <a:pPr/>
              <a:t>‹#›</a:t>
            </a:fld>
            <a:endParaRPr lang="en-IN"/>
          </a:p>
        </p:txBody>
      </p:sp>
    </p:spTree>
    <p:extLst>
      <p:ext uri="{BB962C8B-B14F-4D97-AF65-F5344CB8AC3E}">
        <p14:creationId xmlns:p14="http://schemas.microsoft.com/office/powerpoint/2010/main" val="2047688223"/>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IN" dirty="0"/>
              <a:t>20  10  2020</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A338792-157D-4275-B9A3-9326D62F514A}" type="slidenum">
              <a:rPr lang="en-IN" smtClean="0"/>
              <a:pPr/>
              <a:t>‹#›</a:t>
            </a:fld>
            <a:endParaRPr lang="en-IN"/>
          </a:p>
        </p:txBody>
      </p:sp>
    </p:spTree>
    <p:extLst>
      <p:ext uri="{BB962C8B-B14F-4D97-AF65-F5344CB8AC3E}">
        <p14:creationId xmlns:p14="http://schemas.microsoft.com/office/powerpoint/2010/main" val="193224819"/>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dirty="0"/>
              <a:t>20  10  2020</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338792-157D-4275-B9A3-9326D62F514A}" type="slidenum">
              <a:rPr lang="en-IN" smtClean="0"/>
              <a:pPr/>
              <a:t>‹#›</a:t>
            </a:fld>
            <a:endParaRPr lang="en-IN"/>
          </a:p>
        </p:txBody>
      </p:sp>
    </p:spTree>
    <p:extLst>
      <p:ext uri="{BB962C8B-B14F-4D97-AF65-F5344CB8AC3E}">
        <p14:creationId xmlns:p14="http://schemas.microsoft.com/office/powerpoint/2010/main" val="526380977"/>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IN" dirty="0"/>
              <a:t>20  10  2020</a:t>
            </a: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338792-157D-4275-B9A3-9326D62F514A}" type="slidenum">
              <a:rPr lang="en-IN" smtClean="0"/>
              <a:pPr/>
              <a:t>‹#›</a:t>
            </a:fld>
            <a:endParaRPr lang="en-IN"/>
          </a:p>
        </p:txBody>
      </p:sp>
    </p:spTree>
    <p:extLst>
      <p:ext uri="{BB962C8B-B14F-4D97-AF65-F5344CB8AC3E}">
        <p14:creationId xmlns:p14="http://schemas.microsoft.com/office/powerpoint/2010/main" val="2166417622"/>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IN" dirty="0"/>
              <a:t>20  10  2020</a:t>
            </a: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338792-157D-4275-B9A3-9326D62F514A}" type="slidenum">
              <a:rPr lang="en-IN" smtClean="0"/>
              <a:pPr/>
              <a:t>‹#›</a:t>
            </a:fld>
            <a:endParaRPr lang="en-IN"/>
          </a:p>
        </p:txBody>
      </p:sp>
    </p:spTree>
    <p:extLst>
      <p:ext uri="{BB962C8B-B14F-4D97-AF65-F5344CB8AC3E}">
        <p14:creationId xmlns:p14="http://schemas.microsoft.com/office/powerpoint/2010/main" val="195102802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IN" dirty="0"/>
              <a:t>20  10  2020</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A338792-157D-4275-B9A3-9326D62F514A}" type="slidenum">
              <a:rPr lang="en-IN" smtClean="0"/>
              <a:pPr/>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75577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slow">
    <p:push dir="u"/>
  </p:transition>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D0DCC4-FD90-4B16-4FB2-0473137DD939}"/>
              </a:ext>
            </a:extLst>
          </p:cNvPr>
          <p:cNvSpPr/>
          <p:nvPr/>
        </p:nvSpPr>
        <p:spPr>
          <a:xfrm>
            <a:off x="4401" y="1"/>
            <a:ext cx="12187599" cy="6308436"/>
          </a:xfrm>
          <a:prstGeom prst="rect">
            <a:avLst/>
          </a:prstGeom>
          <a:ln w="28575">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anchor="ct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eaLnBrk="1" fontAlgn="auto" hangingPunct="1">
              <a:spcBef>
                <a:spcPts val="0"/>
              </a:spcBef>
              <a:spcAft>
                <a:spcPts val="0"/>
              </a:spcAft>
              <a:defRPr/>
            </a:pPr>
            <a:endParaRPr lang="en-IN"/>
          </a:p>
        </p:txBody>
      </p:sp>
      <p:pic>
        <p:nvPicPr>
          <p:cNvPr id="9" name="Picture 8">
            <a:extLst>
              <a:ext uri="{FF2B5EF4-FFF2-40B4-BE49-F238E27FC236}">
                <a16:creationId xmlns:a16="http://schemas.microsoft.com/office/drawing/2014/main" id="{5B257D47-8295-16F3-BFFA-370045427C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154" t="3214" r="33717" b="5397"/>
          <a:stretch>
            <a:fillRect/>
          </a:stretch>
        </p:blipFill>
        <p:spPr bwMode="auto">
          <a:xfrm>
            <a:off x="10940256" y="255588"/>
            <a:ext cx="10160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4636F7C6-FE5B-F7C8-DBFA-DEC2EA59F1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524"/>
          <a:stretch>
            <a:fillRect/>
          </a:stretch>
        </p:blipFill>
        <p:spPr bwMode="auto">
          <a:xfrm>
            <a:off x="235743" y="295275"/>
            <a:ext cx="111125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9">
            <a:extLst>
              <a:ext uri="{FF2B5EF4-FFF2-40B4-BE49-F238E27FC236}">
                <a16:creationId xmlns:a16="http://schemas.microsoft.com/office/drawing/2014/main" id="{1D0F2F5B-93CA-15BC-2C2A-6BCBDC7D48C3}"/>
              </a:ext>
            </a:extLst>
          </p:cNvPr>
          <p:cNvSpPr txBox="1">
            <a:spLocks noChangeArrowheads="1"/>
          </p:cNvSpPr>
          <p:nvPr/>
        </p:nvSpPr>
        <p:spPr bwMode="auto">
          <a:xfrm>
            <a:off x="1547018" y="184150"/>
            <a:ext cx="9193213" cy="168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ctr" eaLnBrk="1" hangingPunct="1">
              <a:lnSpc>
                <a:spcPct val="100000"/>
              </a:lnSpc>
              <a:spcBef>
                <a:spcPct val="0"/>
              </a:spcBef>
              <a:buFontTx/>
              <a:buNone/>
            </a:pPr>
            <a:r>
              <a:rPr lang="en-US" altLang="en-US" sz="4400" b="1" dirty="0">
                <a:solidFill>
                  <a:srgbClr val="ED7D31"/>
                </a:solidFill>
                <a:latin typeface="English111 Vivace BT" pitchFamily="66" charset="2"/>
                <a:cs typeface="Times New Roman" panose="02020603050405020304" pitchFamily="18" charset="0"/>
              </a:rPr>
              <a:t>B.N.M. Institute of Technology</a:t>
            </a:r>
            <a:endParaRPr lang="en-IN" altLang="en-US" sz="1800" dirty="0">
              <a:solidFill>
                <a:srgbClr val="000000"/>
              </a:solidFill>
              <a:latin typeface="Times New Roman" panose="02020603050405020304" pitchFamily="18" charset="0"/>
            </a:endParaRPr>
          </a:p>
          <a:p>
            <a:pPr algn="ctr">
              <a:spcBef>
                <a:spcPct val="0"/>
              </a:spcBef>
              <a:buFont typeface="Arial" panose="020B0604020202020204" pitchFamily="34" charset="0"/>
              <a:buNone/>
            </a:pPr>
            <a:r>
              <a:rPr lang="en-IN" altLang="en-US" sz="1800" dirty="0">
                <a:solidFill>
                  <a:srgbClr val="000000"/>
                </a:solidFill>
                <a:latin typeface="Times New Roman" panose="02020603050405020304" pitchFamily="18" charset="0"/>
              </a:rPr>
              <a:t> </a:t>
            </a:r>
            <a:r>
              <a:rPr lang="en-IN" altLang="en-US" sz="1200" b="1" dirty="0">
                <a:solidFill>
                  <a:srgbClr val="000000"/>
                </a:solidFill>
                <a:latin typeface="Times New Roman" panose="02020603050405020304" pitchFamily="18" charset="0"/>
              </a:rPr>
              <a:t>An Autonomous Institution under VTU </a:t>
            </a:r>
            <a:endParaRPr lang="en-IN" altLang="en-US" sz="1200" dirty="0">
              <a:solidFill>
                <a:srgbClr val="000000"/>
              </a:solidFill>
              <a:latin typeface="Times New Roman" panose="02020603050405020304" pitchFamily="18" charset="0"/>
            </a:endParaRPr>
          </a:p>
          <a:p>
            <a:pPr algn="ctr">
              <a:spcBef>
                <a:spcPct val="0"/>
              </a:spcBef>
              <a:buFont typeface="Arial" panose="020B0604020202020204" pitchFamily="34" charset="0"/>
              <a:buNone/>
            </a:pPr>
            <a:r>
              <a:rPr lang="en-US" altLang="en-US" sz="1200" b="1" dirty="0">
                <a:solidFill>
                  <a:srgbClr val="000000"/>
                </a:solidFill>
                <a:latin typeface="Times New Roman" panose="02020603050405020304" pitchFamily="18" charset="0"/>
              </a:rPr>
              <a:t>Approved by AICTE, Accredited as Grade A Institution by NAAC till 31.12.2026. </a:t>
            </a:r>
            <a:endParaRPr lang="en-US" altLang="en-US" sz="1200" dirty="0">
              <a:solidFill>
                <a:srgbClr val="000000"/>
              </a:solidFill>
              <a:latin typeface="Times New Roman" panose="02020603050405020304" pitchFamily="18" charset="0"/>
            </a:endParaRPr>
          </a:p>
          <a:p>
            <a:pPr algn="ctr">
              <a:spcBef>
                <a:spcPct val="0"/>
              </a:spcBef>
              <a:buFont typeface="Arial" panose="020B0604020202020204" pitchFamily="34" charset="0"/>
              <a:buNone/>
            </a:pPr>
            <a:r>
              <a:rPr lang="en-US" altLang="en-US" sz="1200" b="1" dirty="0">
                <a:solidFill>
                  <a:srgbClr val="000000"/>
                </a:solidFill>
                <a:latin typeface="Times New Roman" panose="02020603050405020304" pitchFamily="18" charset="0"/>
              </a:rPr>
              <a:t>All Eligible UG branches – CSE, ECE, EEE, ISE &amp; Mech. </a:t>
            </a:r>
            <a:r>
              <a:rPr lang="en-US" altLang="en-US" sz="1200" b="1" dirty="0" err="1">
                <a:solidFill>
                  <a:srgbClr val="000000"/>
                </a:solidFill>
                <a:latin typeface="Times New Roman" panose="02020603050405020304" pitchFamily="18" charset="0"/>
              </a:rPr>
              <a:t>Engg</a:t>
            </a:r>
            <a:r>
              <a:rPr lang="en-US" altLang="en-US" sz="1200" b="1" dirty="0">
                <a:solidFill>
                  <a:srgbClr val="000000"/>
                </a:solidFill>
                <a:latin typeface="Times New Roman" panose="02020603050405020304" pitchFamily="18" charset="0"/>
              </a:rPr>
              <a:t>. Accredited by NBA till 30.06.2025 </a:t>
            </a:r>
            <a:endParaRPr lang="en-US" altLang="en-US" sz="1200" dirty="0">
              <a:solidFill>
                <a:srgbClr val="000000"/>
              </a:solidFill>
              <a:latin typeface="Times New Roman" panose="02020603050405020304" pitchFamily="18" charset="0"/>
            </a:endParaRPr>
          </a:p>
          <a:p>
            <a:pPr algn="ctr">
              <a:spcBef>
                <a:spcPct val="0"/>
              </a:spcBef>
              <a:buFont typeface="Arial" panose="020B0604020202020204" pitchFamily="34" charset="0"/>
              <a:buNone/>
            </a:pPr>
            <a:r>
              <a:rPr lang="en-US" altLang="en-US" sz="1200" b="1" dirty="0">
                <a:solidFill>
                  <a:srgbClr val="000000"/>
                </a:solidFill>
                <a:latin typeface="Times New Roman" panose="02020603050405020304" pitchFamily="18" charset="0"/>
              </a:rPr>
              <a:t>Post box no. 7087, 27th cross, 12th Main, Banashankari 2nd Stage, Bengaluru- 560070, INDIA </a:t>
            </a:r>
            <a:endParaRPr lang="en-US" altLang="en-US" sz="1200" dirty="0">
              <a:solidFill>
                <a:srgbClr val="000000"/>
              </a:solidFill>
              <a:latin typeface="Times New Roman" panose="02020603050405020304" pitchFamily="18" charset="0"/>
            </a:endParaRPr>
          </a:p>
          <a:p>
            <a:pPr algn="ctr">
              <a:spcBef>
                <a:spcPct val="0"/>
              </a:spcBef>
              <a:buFont typeface="Arial" panose="020B0604020202020204" pitchFamily="34" charset="0"/>
              <a:buNone/>
            </a:pPr>
            <a:r>
              <a:rPr lang="en-US" altLang="en-US" sz="1200" b="1" dirty="0">
                <a:solidFill>
                  <a:srgbClr val="000000"/>
                </a:solidFill>
                <a:latin typeface="Times New Roman" panose="02020603050405020304" pitchFamily="18" charset="0"/>
              </a:rPr>
              <a:t>Ph: 91-80- 26711780/81/82 Email: </a:t>
            </a:r>
            <a:r>
              <a:rPr lang="en-US" altLang="en-US" sz="1200" b="1" dirty="0">
                <a:solidFill>
                  <a:srgbClr val="0000FF"/>
                </a:solidFill>
                <a:latin typeface="Times New Roman" panose="02020603050405020304" pitchFamily="18" charset="0"/>
              </a:rPr>
              <a:t>principal@bnmit.in</a:t>
            </a:r>
            <a:r>
              <a:rPr lang="en-US" altLang="en-US" sz="1200" b="1" dirty="0">
                <a:solidFill>
                  <a:srgbClr val="000000"/>
                </a:solidFill>
                <a:latin typeface="Times New Roman" panose="02020603050405020304" pitchFamily="18" charset="0"/>
              </a:rPr>
              <a:t>, </a:t>
            </a:r>
            <a:r>
              <a:rPr lang="en-US" altLang="en-US" sz="1200" b="1" dirty="0">
                <a:solidFill>
                  <a:srgbClr val="0000FF"/>
                </a:solidFill>
                <a:latin typeface="Times New Roman" panose="02020603050405020304" pitchFamily="18" charset="0"/>
              </a:rPr>
              <a:t>www.bnmit.org </a:t>
            </a:r>
            <a:endParaRPr lang="en-US" altLang="en-US" sz="3200" b="1" dirty="0">
              <a:solidFill>
                <a:srgbClr val="ED7D31"/>
              </a:solidFill>
              <a:latin typeface="English111 Vivace BT" pitchFamily="66" charset="2"/>
              <a:cs typeface="Times New Roman" panose="02020603050405020304" pitchFamily="18" charset="0"/>
            </a:endParaRPr>
          </a:p>
        </p:txBody>
      </p:sp>
      <p:sp>
        <p:nvSpPr>
          <p:cNvPr id="17" name="TextBox 10">
            <a:extLst>
              <a:ext uri="{FF2B5EF4-FFF2-40B4-BE49-F238E27FC236}">
                <a16:creationId xmlns:a16="http://schemas.microsoft.com/office/drawing/2014/main" id="{C10A2BC6-4DEB-2721-3AAC-F40404D7AF24}"/>
              </a:ext>
            </a:extLst>
          </p:cNvPr>
          <p:cNvSpPr txBox="1"/>
          <p:nvPr/>
        </p:nvSpPr>
        <p:spPr>
          <a:xfrm>
            <a:off x="4075906" y="1944688"/>
            <a:ext cx="3989387" cy="401637"/>
          </a:xfrm>
          <a:prstGeom prst="rect">
            <a:avLst/>
          </a:prstGeom>
          <a:noFill/>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ctr" eaLnBrk="1" fontAlgn="auto" hangingPunct="1">
              <a:spcBef>
                <a:spcPts val="0"/>
              </a:spcBef>
              <a:spcAft>
                <a:spcPts val="0"/>
              </a:spcAft>
              <a:defRPr/>
            </a:pPr>
            <a:r>
              <a:rPr lang="en-IN" sz="2000" b="1" dirty="0">
                <a:solidFill>
                  <a:srgbClr val="7030A0"/>
                </a:solidFill>
                <a:latin typeface="Times New Roman" panose="02020603050405020304" pitchFamily="18" charset="0"/>
                <a:cs typeface="Times New Roman" panose="02020603050405020304" pitchFamily="18" charset="0"/>
              </a:rPr>
              <a:t>Internship II Seminar (22ECE15</a:t>
            </a:r>
            <a:r>
              <a:rPr lang="en-US" sz="2000" b="1" kern="0" dirty="0">
                <a:solidFill>
                  <a:srgbClr val="7030A0"/>
                </a:solidFill>
                <a:latin typeface="Times New Roman" panose="02020603050405020304" pitchFamily="18" charset="0"/>
                <a:ea typeface="Times New Roman" panose="02020603050405020304" pitchFamily="18" charset="0"/>
              </a:rPr>
              <a:t>8)</a:t>
            </a:r>
            <a:endParaRPr lang="en-IN" sz="2000" b="1" kern="0" dirty="0">
              <a:solidFill>
                <a:srgbClr val="7030A0"/>
              </a:solidFill>
              <a:latin typeface="Times New Roman" panose="02020603050405020304" pitchFamily="18" charset="0"/>
              <a:ea typeface="Times New Roman" panose="02020603050405020304" pitchFamily="18" charset="0"/>
            </a:endParaRPr>
          </a:p>
        </p:txBody>
      </p:sp>
      <p:sp>
        <p:nvSpPr>
          <p:cNvPr id="18" name="TextBox 11">
            <a:extLst>
              <a:ext uri="{FF2B5EF4-FFF2-40B4-BE49-F238E27FC236}">
                <a16:creationId xmlns:a16="http://schemas.microsoft.com/office/drawing/2014/main" id="{7E388317-996C-305A-9B40-E2C75AA7B977}"/>
              </a:ext>
            </a:extLst>
          </p:cNvPr>
          <p:cNvSpPr txBox="1">
            <a:spLocks noChangeArrowheads="1"/>
          </p:cNvSpPr>
          <p:nvPr/>
        </p:nvSpPr>
        <p:spPr bwMode="auto">
          <a:xfrm>
            <a:off x="1054893" y="2989263"/>
            <a:ext cx="10172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ctr" eaLnBrk="1" hangingPunct="1">
              <a:lnSpc>
                <a:spcPct val="100000"/>
              </a:lnSpc>
              <a:spcBef>
                <a:spcPct val="0"/>
              </a:spcBef>
              <a:buFontTx/>
              <a:buNone/>
            </a:pPr>
            <a:r>
              <a:rPr lang="en-US" sz="2400" dirty="0">
                <a:solidFill>
                  <a:srgbClr val="00B0F0"/>
                </a:solidFill>
                <a:latin typeface="Times New Roman" panose="02020603050405020304" pitchFamily="18" charset="0"/>
                <a:cs typeface="Times New Roman" panose="02020603050405020304" pitchFamily="18" charset="0"/>
              </a:rPr>
              <a:t>AUTOMATIC BOTTLE FILLING</a:t>
            </a:r>
            <a:endParaRPr lang="en-IN" altLang="en-US" sz="2400" b="1" dirty="0">
              <a:solidFill>
                <a:srgbClr val="00B0F0"/>
              </a:solidFill>
              <a:latin typeface="Times New Roman" panose="02020603050405020304" pitchFamily="18" charset="0"/>
              <a:cs typeface="Times New Roman" panose="02020603050405020304" pitchFamily="18" charset="0"/>
            </a:endParaRPr>
          </a:p>
        </p:txBody>
      </p:sp>
      <p:sp>
        <p:nvSpPr>
          <p:cNvPr id="20" name="Subtitle 13">
            <a:extLst>
              <a:ext uri="{FF2B5EF4-FFF2-40B4-BE49-F238E27FC236}">
                <a16:creationId xmlns:a16="http://schemas.microsoft.com/office/drawing/2014/main" id="{EA02B13E-F0B8-3BA8-61BA-41D769BF802C}"/>
              </a:ext>
            </a:extLst>
          </p:cNvPr>
          <p:cNvSpPr>
            <a:spLocks noGrp="1" noChangeArrowheads="1"/>
          </p:cNvSpPr>
          <p:nvPr/>
        </p:nvSpPr>
        <p:spPr bwMode="auto">
          <a:xfrm>
            <a:off x="4390230" y="5042550"/>
            <a:ext cx="3502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eaLnBrk="1" hangingPunct="1">
              <a:lnSpc>
                <a:spcPct val="100000"/>
              </a:lnSpc>
              <a:spcBef>
                <a:spcPct val="0"/>
              </a:spcBef>
            </a:pPr>
            <a:r>
              <a:rPr lang="en-IN" altLang="en-US" sz="1800" dirty="0">
                <a:solidFill>
                  <a:srgbClr val="C00000"/>
                </a:solidFill>
                <a:latin typeface="Times New Roman" panose="02020603050405020304" pitchFamily="18" charset="0"/>
                <a:cs typeface="Times New Roman" panose="02020603050405020304" pitchFamily="18" charset="0"/>
              </a:rPr>
              <a:t>Under the guidance of</a:t>
            </a:r>
          </a:p>
          <a:p>
            <a:pPr eaLnBrk="1" hangingPunct="1">
              <a:lnSpc>
                <a:spcPct val="100000"/>
              </a:lnSpc>
              <a:spcBef>
                <a:spcPct val="0"/>
              </a:spcBef>
            </a:pPr>
            <a:r>
              <a:rPr lang="en-IN" altLang="en-US" sz="1800" b="1" dirty="0">
                <a:solidFill>
                  <a:srgbClr val="C00000"/>
                </a:solidFill>
                <a:latin typeface="Times New Roman" panose="02020603050405020304" pitchFamily="18" charset="0"/>
                <a:cs typeface="Times New Roman" panose="02020603050405020304" pitchFamily="18" charset="0"/>
              </a:rPr>
              <a:t>Dr Rashmi Bhaskar </a:t>
            </a:r>
          </a:p>
          <a:p>
            <a:pPr eaLnBrk="1" hangingPunct="1">
              <a:lnSpc>
                <a:spcPct val="100000"/>
              </a:lnSpc>
              <a:spcBef>
                <a:spcPct val="0"/>
              </a:spcBef>
            </a:pPr>
            <a:r>
              <a:rPr lang="en-IN" altLang="en-US" sz="1800" dirty="0">
                <a:solidFill>
                  <a:srgbClr val="C00000"/>
                </a:solidFill>
                <a:latin typeface="Times New Roman" panose="02020603050405020304" pitchFamily="18" charset="0"/>
                <a:cs typeface="Times New Roman" panose="02020603050405020304" pitchFamily="18" charset="0"/>
              </a:rPr>
              <a:t>Assistant Professor </a:t>
            </a:r>
          </a:p>
          <a:p>
            <a:pPr eaLnBrk="1" hangingPunct="1">
              <a:lnSpc>
                <a:spcPct val="100000"/>
              </a:lnSpc>
              <a:spcBef>
                <a:spcPct val="0"/>
              </a:spcBef>
            </a:pPr>
            <a:r>
              <a:rPr lang="en-IN" altLang="en-US" sz="1800" dirty="0">
                <a:solidFill>
                  <a:srgbClr val="C00000"/>
                </a:solidFill>
                <a:latin typeface="Times New Roman" panose="02020603050405020304" pitchFamily="18" charset="0"/>
                <a:cs typeface="Times New Roman" panose="02020603050405020304" pitchFamily="18" charset="0"/>
              </a:rPr>
              <a:t>Dept. of ECE, BNMIT</a:t>
            </a:r>
            <a:endParaRPr lang="en-IN" altLang="en-US" sz="1800" dirty="0">
              <a:solidFill>
                <a:srgbClr val="C00000"/>
              </a:solidFill>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3C37C323-F1DC-B803-1611-10F0390CE8E9}"/>
              </a:ext>
            </a:extLst>
          </p:cNvPr>
          <p:cNvSpPr txBox="1"/>
          <p:nvPr/>
        </p:nvSpPr>
        <p:spPr>
          <a:xfrm>
            <a:off x="4221018" y="3888509"/>
            <a:ext cx="3671237"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Thanushree Anand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1BG22EC112</a:t>
            </a:r>
          </a:p>
        </p:txBody>
      </p:sp>
    </p:spTree>
    <p:extLst>
      <p:ext uri="{BB962C8B-B14F-4D97-AF65-F5344CB8AC3E}">
        <p14:creationId xmlns:p14="http://schemas.microsoft.com/office/powerpoint/2010/main" val="146551633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A338792-157D-4275-B9A3-9326D62F514A}" type="slidenum">
              <a:rPr lang="en-IN" smtClean="0"/>
              <a:pPr/>
              <a:t>2</a:t>
            </a:fld>
            <a:endParaRPr lang="en-IN"/>
          </a:p>
        </p:txBody>
      </p:sp>
      <p:sp>
        <p:nvSpPr>
          <p:cNvPr id="13" name="Title 12">
            <a:extLst>
              <a:ext uri="{FF2B5EF4-FFF2-40B4-BE49-F238E27FC236}">
                <a16:creationId xmlns:a16="http://schemas.microsoft.com/office/drawing/2014/main" id="{31A6A438-C4AA-EC42-AF63-60F63464DBEE}"/>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PROBLEM STATEMENT </a:t>
            </a:r>
          </a:p>
        </p:txBody>
      </p:sp>
      <p:sp>
        <p:nvSpPr>
          <p:cNvPr id="14" name="TextBox 13">
            <a:extLst>
              <a:ext uri="{FF2B5EF4-FFF2-40B4-BE49-F238E27FC236}">
                <a16:creationId xmlns:a16="http://schemas.microsoft.com/office/drawing/2014/main" id="{59CCB056-7621-C8C8-D3B8-D149F454C3A7}"/>
              </a:ext>
            </a:extLst>
          </p:cNvPr>
          <p:cNvSpPr txBox="1"/>
          <p:nvPr/>
        </p:nvSpPr>
        <p:spPr>
          <a:xfrm>
            <a:off x="880595" y="2090171"/>
            <a:ext cx="10868060"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Design an automatic bottle filling and labeling system using an Omron CP1E PLC .</a:t>
            </a:r>
            <a:endParaRPr lang="en-GB" sz="2400" dirty="0">
              <a:latin typeface="Times New Roman" panose="02020603050405020304" pitchFamily="18" charset="0"/>
              <a:cs typeface="Times New Roman" panose="02020603050405020304" pitchFamily="18" charset="0"/>
            </a:endParaRPr>
          </a:p>
        </p:txBody>
      </p:sp>
      <p:sp>
        <p:nvSpPr>
          <p:cNvPr id="2" name="Footer Placeholder 3">
            <a:extLst>
              <a:ext uri="{FF2B5EF4-FFF2-40B4-BE49-F238E27FC236}">
                <a16:creationId xmlns:a16="http://schemas.microsoft.com/office/drawing/2014/main" id="{D61823FE-2872-FF68-82DB-6FF7FEEE065F}"/>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313919063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B23B42-AC41-4BC7-AC7A-8EADA64F1CF9}"/>
              </a:ext>
            </a:extLst>
          </p:cNvPr>
          <p:cNvSpPr txBox="1"/>
          <p:nvPr/>
        </p:nvSpPr>
        <p:spPr>
          <a:xfrm>
            <a:off x="813816" y="1880304"/>
            <a:ext cx="11152632" cy="3349956"/>
          </a:xfrm>
          <a:prstGeom prst="rect">
            <a:avLst/>
          </a:prstGeom>
          <a:noFill/>
        </p:spPr>
        <p:txBody>
          <a:bodyPr wrap="square" rtlCol="0">
            <a:spAutoFit/>
          </a:bodyPr>
          <a:lstStyle/>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Automation is crucial in modern industries to enhance efficiency and consistency.</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Automatic bottle filling systems are essential in industries such as food and beverage, pharmaceuticals, and chemicals. </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purpose of this project is to develop a reliable and efficient bottle filling system that reduces manual intervention and improves production efficiency.</a:t>
            </a:r>
          </a:p>
          <a:p>
            <a:pPr marL="285750" indent="-285750">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6" name="Title 5"/>
          <p:cNvSpPr>
            <a:spLocks noGrp="1"/>
          </p:cNvSpPr>
          <p:nvPr>
            <p:ph type="title"/>
          </p:nvPr>
        </p:nvSpPr>
        <p:spPr>
          <a:xfrm>
            <a:off x="813816" y="228600"/>
            <a:ext cx="10058400" cy="1264391"/>
          </a:xfrm>
        </p:spPr>
        <p:txBody>
          <a:bodyPr/>
          <a:lstStyle/>
          <a:p>
            <a:r>
              <a:rPr lang="en-GB" b="1" dirty="0">
                <a:latin typeface="Times New Roman" panose="02020603050405020304" pitchFamily="18" charset="0"/>
                <a:cs typeface="Times New Roman" panose="02020603050405020304" pitchFamily="18" charset="0"/>
              </a:rPr>
              <a:t>Introduction</a:t>
            </a:r>
            <a:endParaRPr lang="en-US" dirty="0"/>
          </a:p>
        </p:txBody>
      </p:sp>
      <p:sp>
        <p:nvSpPr>
          <p:cNvPr id="5" name="Slide Number Placeholder 4">
            <a:extLst>
              <a:ext uri="{FF2B5EF4-FFF2-40B4-BE49-F238E27FC236}">
                <a16:creationId xmlns:a16="http://schemas.microsoft.com/office/drawing/2014/main" id="{BE81E8FB-A210-482B-AC7B-23D060E4ECF0}"/>
              </a:ext>
            </a:extLst>
          </p:cNvPr>
          <p:cNvSpPr>
            <a:spLocks noGrp="1"/>
          </p:cNvSpPr>
          <p:nvPr>
            <p:ph type="sldNum" sz="quarter" idx="12"/>
          </p:nvPr>
        </p:nvSpPr>
        <p:spPr/>
        <p:txBody>
          <a:bodyPr/>
          <a:lstStyle/>
          <a:p>
            <a:fld id="{5A338792-157D-4275-B9A3-9326D62F514A}" type="slidenum">
              <a:rPr lang="en-IN" smtClean="0"/>
              <a:pPr/>
              <a:t>3</a:t>
            </a:fld>
            <a:endParaRPr lang="en-IN"/>
          </a:p>
        </p:txBody>
      </p:sp>
      <p:sp>
        <p:nvSpPr>
          <p:cNvPr id="2" name="Footer Placeholder 3">
            <a:extLst>
              <a:ext uri="{FF2B5EF4-FFF2-40B4-BE49-F238E27FC236}">
                <a16:creationId xmlns:a16="http://schemas.microsoft.com/office/drawing/2014/main" id="{97AD3511-C60C-E237-4D31-369071CDBA4E}"/>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17552995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B23B42-AC41-4BC7-AC7A-8EADA64F1CF9}"/>
              </a:ext>
            </a:extLst>
          </p:cNvPr>
          <p:cNvSpPr txBox="1"/>
          <p:nvPr/>
        </p:nvSpPr>
        <p:spPr>
          <a:xfrm>
            <a:off x="1028550" y="1978968"/>
            <a:ext cx="9633353" cy="16879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design an automated bottle filling system </a:t>
            </a:r>
            <a:r>
              <a:rPr lang="en-US" sz="2400">
                <a:latin typeface="Times New Roman" panose="02020603050405020304" pitchFamily="18" charset="0"/>
                <a:cs typeface="Times New Roman" panose="02020603050405020304" pitchFamily="18" charset="0"/>
              </a:rPr>
              <a:t>that using </a:t>
            </a:r>
            <a:r>
              <a:rPr lang="en-US" sz="2400" dirty="0">
                <a:latin typeface="Times New Roman" panose="02020603050405020304" pitchFamily="18" charset="0"/>
                <a:cs typeface="Times New Roman" panose="02020603050405020304" pitchFamily="18" charset="0"/>
              </a:rPr>
              <a:t>an Omron PLC. </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improve filling accuracy and production efficiency.</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To reduce the need for manual operation.</a:t>
            </a:r>
            <a:endParaRPr lang="en-IN" sz="2400" dirty="0">
              <a:latin typeface="Times New Roman" panose="02020603050405020304" pitchFamily="18" charset="0"/>
              <a:cs typeface="Times New Roman" panose="02020603050405020304" pitchFamily="18" charset="0"/>
            </a:endParaRPr>
          </a:p>
        </p:txBody>
      </p:sp>
      <p:sp>
        <p:nvSpPr>
          <p:cNvPr id="6" name="Title 5"/>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Objective and Scope</a:t>
            </a: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E81E8FB-A210-482B-AC7B-23D060E4ECF0}"/>
              </a:ext>
            </a:extLst>
          </p:cNvPr>
          <p:cNvSpPr>
            <a:spLocks noGrp="1"/>
          </p:cNvSpPr>
          <p:nvPr>
            <p:ph type="sldNum" sz="quarter" idx="12"/>
          </p:nvPr>
        </p:nvSpPr>
        <p:spPr/>
        <p:txBody>
          <a:bodyPr/>
          <a:lstStyle/>
          <a:p>
            <a:fld id="{5A338792-157D-4275-B9A3-9326D62F514A}" type="slidenum">
              <a:rPr lang="en-IN" smtClean="0"/>
              <a:pPr/>
              <a:t>4</a:t>
            </a:fld>
            <a:endParaRPr lang="en-IN"/>
          </a:p>
        </p:txBody>
      </p:sp>
      <p:sp>
        <p:nvSpPr>
          <p:cNvPr id="2" name="Footer Placeholder 3">
            <a:extLst>
              <a:ext uri="{FF2B5EF4-FFF2-40B4-BE49-F238E27FC236}">
                <a16:creationId xmlns:a16="http://schemas.microsoft.com/office/drawing/2014/main" id="{ECD5C322-DA8D-3B37-D0B2-55D2613BA7A4}"/>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37562527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Description of project work </a:t>
            </a:r>
          </a:p>
        </p:txBody>
      </p:sp>
      <p:sp>
        <p:nvSpPr>
          <p:cNvPr id="4" name="Slide Number Placeholder 3">
            <a:extLst>
              <a:ext uri="{FF2B5EF4-FFF2-40B4-BE49-F238E27FC236}">
                <a16:creationId xmlns:a16="http://schemas.microsoft.com/office/drawing/2014/main" id="{D3E07A36-AEF7-FC94-2E9F-EBE8AFF7016C}"/>
              </a:ext>
            </a:extLst>
          </p:cNvPr>
          <p:cNvSpPr>
            <a:spLocks noGrp="1"/>
          </p:cNvSpPr>
          <p:nvPr>
            <p:ph type="sldNum" sz="quarter" idx="12"/>
          </p:nvPr>
        </p:nvSpPr>
        <p:spPr/>
        <p:txBody>
          <a:bodyPr/>
          <a:lstStyle/>
          <a:p>
            <a:fld id="{5A338792-157D-4275-B9A3-9326D62F514A}" type="slidenum">
              <a:rPr lang="en-IN" smtClean="0"/>
              <a:pPr/>
              <a:t>5</a:t>
            </a:fld>
            <a:endParaRPr lang="en-IN"/>
          </a:p>
        </p:txBody>
      </p:sp>
      <p:sp>
        <p:nvSpPr>
          <p:cNvPr id="11" name="TextBox 10">
            <a:extLst>
              <a:ext uri="{FF2B5EF4-FFF2-40B4-BE49-F238E27FC236}">
                <a16:creationId xmlns:a16="http://schemas.microsoft.com/office/drawing/2014/main" id="{0DD2F0C2-D2C0-EDE2-CBFA-44E43E8931A8}"/>
              </a:ext>
            </a:extLst>
          </p:cNvPr>
          <p:cNvSpPr txBox="1"/>
          <p:nvPr/>
        </p:nvSpPr>
        <p:spPr>
          <a:xfrm>
            <a:off x="913429" y="2051800"/>
            <a:ext cx="8757044" cy="2092881"/>
          </a:xfrm>
          <a:prstGeom prst="rect">
            <a:avLst/>
          </a:prstGeom>
          <a:noFill/>
        </p:spPr>
        <p:txBody>
          <a:bodyPr wrap="square">
            <a:spAutoFit/>
          </a:bodyPr>
          <a:lstStyle/>
          <a:p>
            <a:r>
              <a:rPr lang="en-GB" sz="2800" b="1" dirty="0">
                <a:latin typeface="Times New Roman" panose="02020603050405020304" pitchFamily="18" charset="0"/>
                <a:cs typeface="Times New Roman" panose="02020603050405020304" pitchFamily="18" charset="0"/>
              </a:rPr>
              <a:t>Software Requirements</a:t>
            </a:r>
          </a:p>
          <a:p>
            <a:endParaRPr lang="en-GB" sz="28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CX-Programmer:</a:t>
            </a:r>
            <a:r>
              <a:rPr lang="en-IN" sz="2400" dirty="0">
                <a:latin typeface="Times New Roman" panose="02020603050405020304" pitchFamily="18" charset="0"/>
                <a:cs typeface="Times New Roman" panose="02020603050405020304" pitchFamily="18" charset="0"/>
              </a:rPr>
              <a:t> Omron's software used for PLC programming.</a:t>
            </a:r>
          </a:p>
          <a:p>
            <a:endParaRPr lang="en-GB" sz="1800" b="1" dirty="0">
              <a:latin typeface="Times New Roman" panose="02020603050405020304" pitchFamily="18" charset="0"/>
              <a:cs typeface="Times New Roman" panose="02020603050405020304" pitchFamily="18" charset="0"/>
            </a:endParaRPr>
          </a:p>
          <a:p>
            <a:endParaRPr lang="en-GB" sz="1600" b="1" dirty="0">
              <a:latin typeface="Times New Roman" panose="02020603050405020304" pitchFamily="18" charset="0"/>
              <a:cs typeface="Times New Roman" panose="02020603050405020304" pitchFamily="18" charset="0"/>
            </a:endParaRPr>
          </a:p>
          <a:p>
            <a:endParaRPr lang="en-GB" sz="1600" b="1" dirty="0">
              <a:latin typeface="Times New Roman" panose="02020603050405020304" pitchFamily="18" charset="0"/>
              <a:cs typeface="Times New Roman" panose="02020603050405020304" pitchFamily="18" charset="0"/>
            </a:endParaRPr>
          </a:p>
        </p:txBody>
      </p:sp>
      <p:sp>
        <p:nvSpPr>
          <p:cNvPr id="2" name="Footer Placeholder 3">
            <a:extLst>
              <a:ext uri="{FF2B5EF4-FFF2-40B4-BE49-F238E27FC236}">
                <a16:creationId xmlns:a16="http://schemas.microsoft.com/office/drawing/2014/main" id="{1515429F-6734-4C89-8E3C-DB1DDED24BC5}"/>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226526971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itle 73">
            <a:extLst>
              <a:ext uri="{FF2B5EF4-FFF2-40B4-BE49-F238E27FC236}">
                <a16:creationId xmlns:a16="http://schemas.microsoft.com/office/drawing/2014/main" id="{33D04D22-BD85-3F2B-DA6F-FF82A47499EF}"/>
              </a:ext>
            </a:extLst>
          </p:cNvPr>
          <p:cNvSpPr>
            <a:spLocks noGrp="1"/>
          </p:cNvSpPr>
          <p:nvPr>
            <p:ph type="title"/>
          </p:nvPr>
        </p:nvSpPr>
        <p:spPr/>
        <p:txBody>
          <a:bodyPr/>
          <a:lstStyle/>
          <a:p>
            <a:r>
              <a:rPr lang="en-US" sz="4800" b="1" dirty="0">
                <a:latin typeface="Times New Roman" panose="02020603050405020304" pitchFamily="18" charset="0"/>
                <a:cs typeface="Times New Roman" panose="02020603050405020304" pitchFamily="18" charset="0"/>
              </a:rPr>
              <a:t>BLOCK DIAGRAM</a:t>
            </a:r>
            <a:endParaRPr lang="en-IN" dirty="0"/>
          </a:p>
        </p:txBody>
      </p:sp>
      <p:sp>
        <p:nvSpPr>
          <p:cNvPr id="5" name="Slide Number Placeholder 4"/>
          <p:cNvSpPr>
            <a:spLocks noGrp="1"/>
          </p:cNvSpPr>
          <p:nvPr>
            <p:ph type="sldNum" sz="quarter" idx="12"/>
          </p:nvPr>
        </p:nvSpPr>
        <p:spPr/>
        <p:txBody>
          <a:bodyPr/>
          <a:lstStyle/>
          <a:p>
            <a:fld id="{5A338792-157D-4275-B9A3-9326D62F514A}" type="slidenum">
              <a:rPr lang="en-IN" smtClean="0"/>
              <a:pPr/>
              <a:t>6</a:t>
            </a:fld>
            <a:endParaRPr lang="en-IN"/>
          </a:p>
        </p:txBody>
      </p:sp>
      <p:pic>
        <p:nvPicPr>
          <p:cNvPr id="73" name="Picture 72">
            <a:extLst>
              <a:ext uri="{FF2B5EF4-FFF2-40B4-BE49-F238E27FC236}">
                <a16:creationId xmlns:a16="http://schemas.microsoft.com/office/drawing/2014/main" id="{3D48DB90-0187-BD00-39DC-CBC2EFE63B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529" y="1737360"/>
            <a:ext cx="2240443" cy="4494506"/>
          </a:xfrm>
          <a:prstGeom prst="rect">
            <a:avLst/>
          </a:prstGeom>
        </p:spPr>
      </p:pic>
      <p:sp>
        <p:nvSpPr>
          <p:cNvPr id="2" name="Footer Placeholder 3">
            <a:extLst>
              <a:ext uri="{FF2B5EF4-FFF2-40B4-BE49-F238E27FC236}">
                <a16:creationId xmlns:a16="http://schemas.microsoft.com/office/drawing/2014/main" id="{47444BCF-8091-2BF7-E66C-60FEE0E9A0D2}"/>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400711326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Methodology</a:t>
            </a:r>
            <a:endParaRPr lang="en-US"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CEDAF52D-39F5-1559-9768-9716194E6D44}"/>
              </a:ext>
            </a:extLst>
          </p:cNvPr>
          <p:cNvPicPr>
            <a:picLocks noGrp="1" noChangeAspect="1"/>
          </p:cNvPicPr>
          <p:nvPr>
            <p:ph idx="1"/>
          </p:nvPr>
        </p:nvPicPr>
        <p:blipFill>
          <a:blip r:embed="rId2"/>
          <a:stretch>
            <a:fillRect/>
          </a:stretch>
        </p:blipFill>
        <p:spPr>
          <a:xfrm>
            <a:off x="1690255" y="1814609"/>
            <a:ext cx="7324435" cy="4359045"/>
          </a:xfrm>
        </p:spPr>
      </p:pic>
      <p:sp>
        <p:nvSpPr>
          <p:cNvPr id="6" name="Slide Number Placeholder 5"/>
          <p:cNvSpPr>
            <a:spLocks noGrp="1"/>
          </p:cNvSpPr>
          <p:nvPr>
            <p:ph type="sldNum" sz="quarter" idx="12"/>
          </p:nvPr>
        </p:nvSpPr>
        <p:spPr/>
        <p:txBody>
          <a:bodyPr/>
          <a:lstStyle/>
          <a:p>
            <a:fld id="{5A338792-157D-4275-B9A3-9326D62F514A}" type="slidenum">
              <a:rPr lang="en-IN" smtClean="0"/>
              <a:pPr/>
              <a:t>7</a:t>
            </a:fld>
            <a:endParaRPr lang="en-IN"/>
          </a:p>
        </p:txBody>
      </p:sp>
      <p:sp>
        <p:nvSpPr>
          <p:cNvPr id="3" name="Footer Placeholder 3">
            <a:extLst>
              <a:ext uri="{FF2B5EF4-FFF2-40B4-BE49-F238E27FC236}">
                <a16:creationId xmlns:a16="http://schemas.microsoft.com/office/drawing/2014/main" id="{9CE6BE49-89F5-CCA8-2DE3-96EF4B76F043}"/>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112634739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83AC30-51FB-1D48-BD22-071E4606A46C}"/>
              </a:ext>
            </a:extLst>
          </p:cNvPr>
          <p:cNvSpPr>
            <a:spLocks noGrp="1"/>
          </p:cNvSpPr>
          <p:nvPr>
            <p:ph type="sldNum" sz="quarter" idx="12"/>
          </p:nvPr>
        </p:nvSpPr>
        <p:spPr/>
        <p:txBody>
          <a:bodyPr/>
          <a:lstStyle/>
          <a:p>
            <a:fld id="{5A338792-157D-4275-B9A3-9326D62F514A}" type="slidenum">
              <a:rPr lang="en-IN" smtClean="0"/>
              <a:pPr/>
              <a:t>8</a:t>
            </a:fld>
            <a:endParaRPr lang="en-IN"/>
          </a:p>
        </p:txBody>
      </p:sp>
      <p:pic>
        <p:nvPicPr>
          <p:cNvPr id="9" name="Picture 8">
            <a:extLst>
              <a:ext uri="{FF2B5EF4-FFF2-40B4-BE49-F238E27FC236}">
                <a16:creationId xmlns:a16="http://schemas.microsoft.com/office/drawing/2014/main" id="{36C70965-601C-78D4-8CAC-4535910D4D57}"/>
              </a:ext>
            </a:extLst>
          </p:cNvPr>
          <p:cNvPicPr>
            <a:picLocks noChangeAspect="1"/>
          </p:cNvPicPr>
          <p:nvPr/>
        </p:nvPicPr>
        <p:blipFill>
          <a:blip r:embed="rId2"/>
          <a:stretch>
            <a:fillRect/>
          </a:stretch>
        </p:blipFill>
        <p:spPr>
          <a:xfrm>
            <a:off x="2553351" y="143080"/>
            <a:ext cx="5885380" cy="5715609"/>
          </a:xfrm>
          <a:prstGeom prst="rect">
            <a:avLst/>
          </a:prstGeom>
        </p:spPr>
      </p:pic>
      <p:sp>
        <p:nvSpPr>
          <p:cNvPr id="10" name="TextBox 9">
            <a:extLst>
              <a:ext uri="{FF2B5EF4-FFF2-40B4-BE49-F238E27FC236}">
                <a16:creationId xmlns:a16="http://schemas.microsoft.com/office/drawing/2014/main" id="{8282396A-C233-C22F-6CA6-6E13E926F3EB}"/>
              </a:ext>
            </a:extLst>
          </p:cNvPr>
          <p:cNvSpPr txBox="1"/>
          <p:nvPr/>
        </p:nvSpPr>
        <p:spPr>
          <a:xfrm>
            <a:off x="3686185" y="5858689"/>
            <a:ext cx="334476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System Process and Control Table</a:t>
            </a:r>
            <a:endParaRPr lang="en-IN" dirty="0">
              <a:latin typeface="Times New Roman" panose="02020603050405020304" pitchFamily="18" charset="0"/>
              <a:cs typeface="Times New Roman" panose="02020603050405020304" pitchFamily="18" charset="0"/>
            </a:endParaRPr>
          </a:p>
        </p:txBody>
      </p:sp>
      <p:sp>
        <p:nvSpPr>
          <p:cNvPr id="2" name="Footer Placeholder 3">
            <a:extLst>
              <a:ext uri="{FF2B5EF4-FFF2-40B4-BE49-F238E27FC236}">
                <a16:creationId xmlns:a16="http://schemas.microsoft.com/office/drawing/2014/main" id="{E7619390-5C4F-EB5B-FB52-CFCF8D899A54}"/>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153059905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2364" y="0"/>
            <a:ext cx="10058400" cy="1450757"/>
          </a:xfrm>
        </p:spPr>
        <p:txBody>
          <a:bodyPr/>
          <a:lstStyle/>
          <a:p>
            <a:r>
              <a:rPr lang="en-GB" b="1" dirty="0">
                <a:latin typeface="Times New Roman" panose="02020603050405020304" pitchFamily="18" charset="0"/>
                <a:cs typeface="Times New Roman" panose="02020603050405020304" pitchFamily="18" charset="0"/>
              </a:rPr>
              <a:t>Results</a:t>
            </a:r>
            <a:endParaRPr lang="en-US" dirty="0"/>
          </a:p>
        </p:txBody>
      </p:sp>
      <p:sp>
        <p:nvSpPr>
          <p:cNvPr id="4" name="Slide Number Placeholder 3">
            <a:extLst>
              <a:ext uri="{FF2B5EF4-FFF2-40B4-BE49-F238E27FC236}">
                <a16:creationId xmlns:a16="http://schemas.microsoft.com/office/drawing/2014/main" id="{D3E07A36-AEF7-FC94-2E9F-EBE8AFF7016C}"/>
              </a:ext>
            </a:extLst>
          </p:cNvPr>
          <p:cNvSpPr>
            <a:spLocks noGrp="1"/>
          </p:cNvSpPr>
          <p:nvPr>
            <p:ph type="sldNum" sz="quarter" idx="12"/>
          </p:nvPr>
        </p:nvSpPr>
        <p:spPr/>
        <p:txBody>
          <a:bodyPr/>
          <a:lstStyle/>
          <a:p>
            <a:fld id="{5A338792-157D-4275-B9A3-9326D62F514A}" type="slidenum">
              <a:rPr lang="en-IN" smtClean="0"/>
              <a:pPr/>
              <a:t>9</a:t>
            </a:fld>
            <a:endParaRPr lang="en-IN"/>
          </a:p>
        </p:txBody>
      </p:sp>
      <p:pic>
        <p:nvPicPr>
          <p:cNvPr id="11" name="Picture 10">
            <a:extLst>
              <a:ext uri="{FF2B5EF4-FFF2-40B4-BE49-F238E27FC236}">
                <a16:creationId xmlns:a16="http://schemas.microsoft.com/office/drawing/2014/main" id="{0B730608-AED3-F084-3A38-B2BBE2AC4A7D}"/>
              </a:ext>
            </a:extLst>
          </p:cNvPr>
          <p:cNvPicPr>
            <a:picLocks noChangeAspect="1"/>
          </p:cNvPicPr>
          <p:nvPr/>
        </p:nvPicPr>
        <p:blipFill>
          <a:blip r:embed="rId2"/>
          <a:srcRect t="10970"/>
          <a:stretch/>
        </p:blipFill>
        <p:spPr>
          <a:xfrm>
            <a:off x="142364" y="1534833"/>
            <a:ext cx="5896798" cy="4155823"/>
          </a:xfrm>
          <a:prstGeom prst="rect">
            <a:avLst/>
          </a:prstGeom>
        </p:spPr>
      </p:pic>
      <p:pic>
        <p:nvPicPr>
          <p:cNvPr id="13" name="Picture 12">
            <a:extLst>
              <a:ext uri="{FF2B5EF4-FFF2-40B4-BE49-F238E27FC236}">
                <a16:creationId xmlns:a16="http://schemas.microsoft.com/office/drawing/2014/main" id="{23847365-F456-A28C-65F8-9C7879D34CEF}"/>
              </a:ext>
            </a:extLst>
          </p:cNvPr>
          <p:cNvPicPr>
            <a:picLocks noChangeAspect="1"/>
          </p:cNvPicPr>
          <p:nvPr/>
        </p:nvPicPr>
        <p:blipFill>
          <a:blip r:embed="rId3"/>
          <a:srcRect t="8735"/>
          <a:stretch/>
        </p:blipFill>
        <p:spPr>
          <a:xfrm>
            <a:off x="6039162" y="1534832"/>
            <a:ext cx="5410955" cy="4155823"/>
          </a:xfrm>
          <a:prstGeom prst="rect">
            <a:avLst/>
          </a:prstGeom>
        </p:spPr>
      </p:pic>
      <p:sp>
        <p:nvSpPr>
          <p:cNvPr id="14" name="TextBox 13">
            <a:extLst>
              <a:ext uri="{FF2B5EF4-FFF2-40B4-BE49-F238E27FC236}">
                <a16:creationId xmlns:a16="http://schemas.microsoft.com/office/drawing/2014/main" id="{95904162-7C3D-9740-A859-B021F97ED099}"/>
              </a:ext>
            </a:extLst>
          </p:cNvPr>
          <p:cNvSpPr txBox="1"/>
          <p:nvPr/>
        </p:nvSpPr>
        <p:spPr>
          <a:xfrm>
            <a:off x="4636654" y="5885524"/>
            <a:ext cx="3121891"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Start stop control</a:t>
            </a:r>
          </a:p>
        </p:txBody>
      </p:sp>
      <p:sp>
        <p:nvSpPr>
          <p:cNvPr id="2" name="Footer Placeholder 3">
            <a:extLst>
              <a:ext uri="{FF2B5EF4-FFF2-40B4-BE49-F238E27FC236}">
                <a16:creationId xmlns:a16="http://schemas.microsoft.com/office/drawing/2014/main" id="{D1DE165B-899B-EBA2-B20A-E00930F24A61}"/>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142605605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2B7573B-E1E7-B258-2DFD-B67879A3BE0F}"/>
              </a:ext>
            </a:extLst>
          </p:cNvPr>
          <p:cNvSpPr>
            <a:spLocks noGrp="1"/>
          </p:cNvSpPr>
          <p:nvPr>
            <p:ph type="sldNum" sz="quarter" idx="12"/>
          </p:nvPr>
        </p:nvSpPr>
        <p:spPr/>
        <p:txBody>
          <a:bodyPr/>
          <a:lstStyle/>
          <a:p>
            <a:fld id="{5A338792-157D-4275-B9A3-9326D62F514A}" type="slidenum">
              <a:rPr lang="en-IN" smtClean="0"/>
              <a:pPr/>
              <a:t>10</a:t>
            </a:fld>
            <a:endParaRPr lang="en-IN"/>
          </a:p>
        </p:txBody>
      </p:sp>
      <p:pic>
        <p:nvPicPr>
          <p:cNvPr id="22" name="Picture 21">
            <a:extLst>
              <a:ext uri="{FF2B5EF4-FFF2-40B4-BE49-F238E27FC236}">
                <a16:creationId xmlns:a16="http://schemas.microsoft.com/office/drawing/2014/main" id="{84439726-F5CD-B34B-35F4-5E95E6BFD7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5127" y="654705"/>
            <a:ext cx="5950885" cy="5051090"/>
          </a:xfrm>
          <a:prstGeom prst="rect">
            <a:avLst/>
          </a:prstGeom>
        </p:spPr>
      </p:pic>
      <p:sp>
        <p:nvSpPr>
          <p:cNvPr id="23" name="TextBox 22">
            <a:extLst>
              <a:ext uri="{FF2B5EF4-FFF2-40B4-BE49-F238E27FC236}">
                <a16:creationId xmlns:a16="http://schemas.microsoft.com/office/drawing/2014/main" id="{8D4B9BA7-4EE3-C53B-F86A-F9D72DA27A8E}"/>
              </a:ext>
            </a:extLst>
          </p:cNvPr>
          <p:cNvSpPr txBox="1"/>
          <p:nvPr/>
        </p:nvSpPr>
        <p:spPr>
          <a:xfrm>
            <a:off x="4205807" y="5833963"/>
            <a:ext cx="1769523" cy="369332"/>
          </a:xfrm>
          <a:prstGeom prst="rect">
            <a:avLst/>
          </a:prstGeom>
          <a:noFill/>
        </p:spPr>
        <p:txBody>
          <a:bodyPr wrap="none" rtlCol="0">
            <a:spAutoFit/>
          </a:bodyPr>
          <a:lstStyle/>
          <a:p>
            <a:r>
              <a:rPr lang="en-IN" dirty="0"/>
              <a:t>Sensor detection</a:t>
            </a:r>
          </a:p>
        </p:txBody>
      </p:sp>
      <p:sp>
        <p:nvSpPr>
          <p:cNvPr id="2" name="Footer Placeholder 3">
            <a:extLst>
              <a:ext uri="{FF2B5EF4-FFF2-40B4-BE49-F238E27FC236}">
                <a16:creationId xmlns:a16="http://schemas.microsoft.com/office/drawing/2014/main" id="{6E17FCE2-5A9B-4655-CA9D-B39D1B12A025}"/>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398238982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2">
            <a:extLst>
              <a:ext uri="{FF2B5EF4-FFF2-40B4-BE49-F238E27FC236}">
                <a16:creationId xmlns:a16="http://schemas.microsoft.com/office/drawing/2014/main" id="{8980A7A7-012F-07BD-BB77-7525DCB36041}"/>
              </a:ext>
            </a:extLst>
          </p:cNvPr>
          <p:cNvSpPr>
            <a:spLocks noGrp="1"/>
          </p:cNvSpPr>
          <p:nvPr>
            <p:ph type="dt" sz="half" idx="10"/>
          </p:nvPr>
        </p:nvSpPr>
        <p:spPr>
          <a:xfrm>
            <a:off x="973666" y="6459785"/>
            <a:ext cx="2719498" cy="365125"/>
          </a:xfrm>
        </p:spPr>
        <p:txBody>
          <a:bodyPr/>
          <a:lstStyle/>
          <a:p>
            <a:r>
              <a:rPr lang="en-IN" dirty="0"/>
              <a:t>2024  25</a:t>
            </a:r>
          </a:p>
        </p:txBody>
      </p:sp>
      <p:sp>
        <p:nvSpPr>
          <p:cNvPr id="14" name="Footer Placeholder 3">
            <a:extLst>
              <a:ext uri="{FF2B5EF4-FFF2-40B4-BE49-F238E27FC236}">
                <a16:creationId xmlns:a16="http://schemas.microsoft.com/office/drawing/2014/main" id="{CB521B20-2EBC-34CF-640C-29F0B4E8A3B7}"/>
              </a:ext>
            </a:extLst>
          </p:cNvPr>
          <p:cNvSpPr>
            <a:spLocks noGrp="1"/>
          </p:cNvSpPr>
          <p:nvPr>
            <p:ph type="ftr" sz="quarter" idx="11"/>
          </p:nvPr>
        </p:nvSpPr>
        <p:spPr/>
        <p:txBody>
          <a:bodyPr/>
          <a:lstStyle/>
          <a:p>
            <a:r>
              <a:rPr lang="en-GB" dirty="0" err="1"/>
              <a:t>Dept</a:t>
            </a:r>
            <a:r>
              <a:rPr lang="en-GB" dirty="0"/>
              <a:t> of </a:t>
            </a:r>
            <a:r>
              <a:rPr lang="en-GB" dirty="0" err="1"/>
              <a:t>ece</a:t>
            </a:r>
            <a:r>
              <a:rPr lang="en-GB" dirty="0"/>
              <a:t>, </a:t>
            </a:r>
            <a:r>
              <a:rPr lang="en-GB" dirty="0" err="1"/>
              <a:t>bnmit</a:t>
            </a:r>
            <a:endParaRPr lang="en-IN" dirty="0"/>
          </a:p>
          <a:p>
            <a:endParaRPr lang="en-IN" dirty="0"/>
          </a:p>
        </p:txBody>
      </p:sp>
      <p:sp>
        <p:nvSpPr>
          <p:cNvPr id="4" name="Slide Number Placeholder 3">
            <a:extLst>
              <a:ext uri="{FF2B5EF4-FFF2-40B4-BE49-F238E27FC236}">
                <a16:creationId xmlns:a16="http://schemas.microsoft.com/office/drawing/2014/main" id="{1665E697-ABE7-73E8-A962-B2497EA4282A}"/>
              </a:ext>
            </a:extLst>
          </p:cNvPr>
          <p:cNvSpPr>
            <a:spLocks noGrp="1"/>
          </p:cNvSpPr>
          <p:nvPr>
            <p:ph type="sldNum" sz="quarter" idx="12"/>
          </p:nvPr>
        </p:nvSpPr>
        <p:spPr/>
        <p:txBody>
          <a:bodyPr/>
          <a:lstStyle/>
          <a:p>
            <a:fld id="{5A338792-157D-4275-B9A3-9326D62F514A}" type="slidenum">
              <a:rPr lang="en-IN" smtClean="0"/>
              <a:pPr/>
              <a:t>11</a:t>
            </a:fld>
            <a:endParaRPr lang="en-IN"/>
          </a:p>
        </p:txBody>
      </p:sp>
      <p:pic>
        <p:nvPicPr>
          <p:cNvPr id="8" name="Picture 7">
            <a:extLst>
              <a:ext uri="{FF2B5EF4-FFF2-40B4-BE49-F238E27FC236}">
                <a16:creationId xmlns:a16="http://schemas.microsoft.com/office/drawing/2014/main" id="{3A8A23D3-F6CC-22B7-778D-2D8AF0E0DA75}"/>
              </a:ext>
            </a:extLst>
          </p:cNvPr>
          <p:cNvPicPr>
            <a:picLocks noChangeAspect="1"/>
          </p:cNvPicPr>
          <p:nvPr/>
        </p:nvPicPr>
        <p:blipFill>
          <a:blip r:embed="rId2">
            <a:extLst>
              <a:ext uri="{28A0092B-C50C-407E-A947-70E740481C1C}">
                <a14:useLocalDpi xmlns:a14="http://schemas.microsoft.com/office/drawing/2010/main" val="0"/>
              </a:ext>
            </a:extLst>
          </a:blip>
          <a:srcRect l="11138" t="25388" r="946"/>
          <a:stretch/>
        </p:blipFill>
        <p:spPr>
          <a:xfrm>
            <a:off x="5532581" y="254465"/>
            <a:ext cx="5477165" cy="4997201"/>
          </a:xfrm>
          <a:prstGeom prst="rect">
            <a:avLst/>
          </a:prstGeom>
        </p:spPr>
      </p:pic>
      <p:pic>
        <p:nvPicPr>
          <p:cNvPr id="20" name="Content Placeholder 19">
            <a:extLst>
              <a:ext uri="{FF2B5EF4-FFF2-40B4-BE49-F238E27FC236}">
                <a16:creationId xmlns:a16="http://schemas.microsoft.com/office/drawing/2014/main" id="{7E510F56-65B6-37AE-E0DF-D686BDD00772}"/>
              </a:ext>
            </a:extLst>
          </p:cNvPr>
          <p:cNvPicPr>
            <a:picLocks noChangeAspect="1"/>
          </p:cNvPicPr>
          <p:nvPr/>
        </p:nvPicPr>
        <p:blipFill>
          <a:blip r:embed="rId3">
            <a:extLst>
              <a:ext uri="{28A0092B-C50C-407E-A947-70E740481C1C}">
                <a14:useLocalDpi xmlns:a14="http://schemas.microsoft.com/office/drawing/2010/main" val="0"/>
              </a:ext>
            </a:extLst>
          </a:blip>
          <a:srcRect l="9573" b="4334"/>
          <a:stretch/>
        </p:blipFill>
        <p:spPr>
          <a:xfrm>
            <a:off x="270983" y="199344"/>
            <a:ext cx="5261598" cy="5052322"/>
          </a:xfrm>
          <a:prstGeom prst="rect">
            <a:avLst/>
          </a:prstGeom>
        </p:spPr>
      </p:pic>
      <p:sp>
        <p:nvSpPr>
          <p:cNvPr id="15" name="TextBox 14">
            <a:extLst>
              <a:ext uri="{FF2B5EF4-FFF2-40B4-BE49-F238E27FC236}">
                <a16:creationId xmlns:a16="http://schemas.microsoft.com/office/drawing/2014/main" id="{B67F1B53-B289-0C03-FCCA-8CB31BC0EFB1}"/>
              </a:ext>
            </a:extLst>
          </p:cNvPr>
          <p:cNvSpPr txBox="1"/>
          <p:nvPr/>
        </p:nvSpPr>
        <p:spPr>
          <a:xfrm>
            <a:off x="3168073" y="5486393"/>
            <a:ext cx="5244128" cy="369332"/>
          </a:xfrm>
          <a:prstGeom prst="rect">
            <a:avLst/>
          </a:prstGeom>
          <a:noFill/>
        </p:spPr>
        <p:txBody>
          <a:bodyPr wrap="none" rtlCol="0">
            <a:spAutoFit/>
          </a:bodyPr>
          <a:lstStyle/>
          <a:p>
            <a:r>
              <a:rPr lang="en-IN" dirty="0"/>
              <a:t>Conveyor motor operation and label motor operation </a:t>
            </a:r>
          </a:p>
        </p:txBody>
      </p:sp>
    </p:spTree>
    <p:extLst>
      <p:ext uri="{BB962C8B-B14F-4D97-AF65-F5344CB8AC3E}">
        <p14:creationId xmlns:p14="http://schemas.microsoft.com/office/powerpoint/2010/main" val="114304602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93C78A-4832-912B-0358-6DD9081B9734}"/>
              </a:ext>
            </a:extLst>
          </p:cNvPr>
          <p:cNvSpPr>
            <a:spLocks noGrp="1"/>
          </p:cNvSpPr>
          <p:nvPr>
            <p:ph type="sldNum" sz="quarter" idx="12"/>
          </p:nvPr>
        </p:nvSpPr>
        <p:spPr/>
        <p:txBody>
          <a:bodyPr/>
          <a:lstStyle/>
          <a:p>
            <a:fld id="{5A338792-157D-4275-B9A3-9326D62F514A}" type="slidenum">
              <a:rPr lang="en-IN" smtClean="0"/>
              <a:pPr/>
              <a:t>12</a:t>
            </a:fld>
            <a:endParaRPr lang="en-IN"/>
          </a:p>
        </p:txBody>
      </p:sp>
      <p:pic>
        <p:nvPicPr>
          <p:cNvPr id="6" name="Picture 5">
            <a:extLst>
              <a:ext uri="{FF2B5EF4-FFF2-40B4-BE49-F238E27FC236}">
                <a16:creationId xmlns:a16="http://schemas.microsoft.com/office/drawing/2014/main" id="{63FA885C-A10C-0348-7C22-D53385DE8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8173" y="378230"/>
            <a:ext cx="5935453" cy="4784895"/>
          </a:xfrm>
          <a:prstGeom prst="rect">
            <a:avLst/>
          </a:prstGeom>
        </p:spPr>
      </p:pic>
      <p:pic>
        <p:nvPicPr>
          <p:cNvPr id="8" name="Picture 7">
            <a:extLst>
              <a:ext uri="{FF2B5EF4-FFF2-40B4-BE49-F238E27FC236}">
                <a16:creationId xmlns:a16="http://schemas.microsoft.com/office/drawing/2014/main" id="{7D208492-E560-4152-E3E0-9D3E5FB63A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837" y="378231"/>
            <a:ext cx="5768674" cy="4784896"/>
          </a:xfrm>
          <a:prstGeom prst="rect">
            <a:avLst/>
          </a:prstGeom>
        </p:spPr>
      </p:pic>
      <p:sp>
        <p:nvSpPr>
          <p:cNvPr id="12" name="TextBox 11">
            <a:extLst>
              <a:ext uri="{FF2B5EF4-FFF2-40B4-BE49-F238E27FC236}">
                <a16:creationId xmlns:a16="http://schemas.microsoft.com/office/drawing/2014/main" id="{D1E3D084-A9BA-FE4D-38DE-9C848B1F77B0}"/>
              </a:ext>
            </a:extLst>
          </p:cNvPr>
          <p:cNvSpPr txBox="1"/>
          <p:nvPr/>
        </p:nvSpPr>
        <p:spPr>
          <a:xfrm>
            <a:off x="4738255" y="5626788"/>
            <a:ext cx="1786323" cy="369332"/>
          </a:xfrm>
          <a:prstGeom prst="rect">
            <a:avLst/>
          </a:prstGeom>
          <a:noFill/>
        </p:spPr>
        <p:txBody>
          <a:bodyPr wrap="none" rtlCol="0">
            <a:spAutoFit/>
          </a:bodyPr>
          <a:lstStyle/>
          <a:p>
            <a:r>
              <a:rPr lang="en-IN" dirty="0"/>
              <a:t>Master resetting </a:t>
            </a:r>
          </a:p>
        </p:txBody>
      </p:sp>
      <p:sp>
        <p:nvSpPr>
          <p:cNvPr id="2" name="Footer Placeholder 3">
            <a:extLst>
              <a:ext uri="{FF2B5EF4-FFF2-40B4-BE49-F238E27FC236}">
                <a16:creationId xmlns:a16="http://schemas.microsoft.com/office/drawing/2014/main" id="{D4E65C44-5C7F-5EE9-9EF2-81CF535AFEE8}"/>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48111197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Conclusion</a:t>
            </a:r>
            <a:endParaRPr lang="en-US" dirty="0"/>
          </a:p>
        </p:txBody>
      </p:sp>
      <p:sp>
        <p:nvSpPr>
          <p:cNvPr id="4" name="Slide Number Placeholder 3">
            <a:extLst>
              <a:ext uri="{FF2B5EF4-FFF2-40B4-BE49-F238E27FC236}">
                <a16:creationId xmlns:a16="http://schemas.microsoft.com/office/drawing/2014/main" id="{D3E07A36-AEF7-FC94-2E9F-EBE8AFF7016C}"/>
              </a:ext>
            </a:extLst>
          </p:cNvPr>
          <p:cNvSpPr>
            <a:spLocks noGrp="1"/>
          </p:cNvSpPr>
          <p:nvPr>
            <p:ph type="sldNum" sz="quarter" idx="12"/>
          </p:nvPr>
        </p:nvSpPr>
        <p:spPr/>
        <p:txBody>
          <a:bodyPr/>
          <a:lstStyle/>
          <a:p>
            <a:fld id="{5A338792-157D-4275-B9A3-9326D62F514A}" type="slidenum">
              <a:rPr lang="en-IN" smtClean="0"/>
              <a:pPr/>
              <a:t>13</a:t>
            </a:fld>
            <a:endParaRPr lang="en-IN"/>
          </a:p>
        </p:txBody>
      </p:sp>
      <p:sp>
        <p:nvSpPr>
          <p:cNvPr id="6" name="TextBox 5">
            <a:extLst>
              <a:ext uri="{FF2B5EF4-FFF2-40B4-BE49-F238E27FC236}">
                <a16:creationId xmlns:a16="http://schemas.microsoft.com/office/drawing/2014/main" id="{59CCB056-7621-C8C8-D3B8-D149F454C3A7}"/>
              </a:ext>
            </a:extLst>
          </p:cNvPr>
          <p:cNvSpPr txBox="1"/>
          <p:nvPr/>
        </p:nvSpPr>
        <p:spPr>
          <a:xfrm>
            <a:off x="818164" y="1865555"/>
            <a:ext cx="10803860" cy="446513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Integrating automation into the bottle filling system significantly enhanced both accuracy and efficiency, demonstrating the pivotal role of automation in modern industrial processes. This project achieved two main outcomes: it provided a practical solution for streamlined and efficient bottle filling, and it showcased the capabilities of Omron PLCs in advancing industrial automation. Overall, the project not only met its primary objectives but also offered valuable hands-on experience in PLC programming and system design, underscoring the effectiveness of automation in optimizing production workflows.</a:t>
            </a:r>
            <a:endParaRPr lang="en-GB" sz="2400" dirty="0">
              <a:latin typeface="Times New Roman" panose="02020603050405020304" pitchFamily="18" charset="0"/>
              <a:cs typeface="Times New Roman" panose="02020603050405020304" pitchFamily="18" charset="0"/>
            </a:endParaRPr>
          </a:p>
        </p:txBody>
      </p:sp>
      <p:sp>
        <p:nvSpPr>
          <p:cNvPr id="2" name="Footer Placeholder 3">
            <a:extLst>
              <a:ext uri="{FF2B5EF4-FFF2-40B4-BE49-F238E27FC236}">
                <a16:creationId xmlns:a16="http://schemas.microsoft.com/office/drawing/2014/main" id="{1972B50D-28E2-8914-BBAC-2A28D192F822}"/>
              </a:ext>
            </a:extLst>
          </p:cNvPr>
          <p:cNvSpPr>
            <a:spLocks noGrp="1"/>
          </p:cNvSpPr>
          <p:nvPr/>
        </p:nvSpPr>
        <p:spPr>
          <a:xfrm>
            <a:off x="880595" y="6459784"/>
            <a:ext cx="6958013"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a:defRPr/>
            </a:pPr>
            <a:r>
              <a:rPr lang="en-IN" sz="1400" dirty="0">
                <a:solidFill>
                  <a:schemeClr val="bg1"/>
                </a:solidFill>
                <a:latin typeface="Times New Roman" panose="02020603050405020304" pitchFamily="18" charset="0"/>
                <a:cs typeface="Times New Roman" panose="02020603050405020304" pitchFamily="18" charset="0"/>
              </a:rPr>
              <a:t>Dept. of ECE                                                                                            2024-25</a:t>
            </a:r>
          </a:p>
        </p:txBody>
      </p:sp>
    </p:spTree>
    <p:extLst>
      <p:ext uri="{BB962C8B-B14F-4D97-AF65-F5344CB8AC3E}">
        <p14:creationId xmlns:p14="http://schemas.microsoft.com/office/powerpoint/2010/main" val="208926960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2A0A19C-3436-5C9B-BDDF-57E8463ED7D9}"/>
              </a:ext>
            </a:extLst>
          </p:cNvPr>
          <p:cNvSpPr>
            <a:spLocks noGrp="1"/>
          </p:cNvSpPr>
          <p:nvPr>
            <p:ph type="title"/>
          </p:nvPr>
        </p:nvSpPr>
        <p:spPr>
          <a:xfrm>
            <a:off x="960120" y="314035"/>
            <a:ext cx="10058400" cy="1450757"/>
          </a:xfrm>
        </p:spPr>
        <p:txBody>
          <a:bodyPr/>
          <a:lstStyle/>
          <a:p>
            <a:r>
              <a:rPr lang="en-IN" sz="4800" b="1" dirty="0">
                <a:latin typeface="Times New Roman" panose="02020603050405020304" pitchFamily="18" charset="0"/>
                <a:cs typeface="Times New Roman" panose="02020603050405020304" pitchFamily="18" charset="0"/>
              </a:rPr>
              <a:t>Future Enhancement</a:t>
            </a:r>
            <a:endParaRPr lang="en-IN" dirty="0"/>
          </a:p>
        </p:txBody>
      </p:sp>
      <p:sp>
        <p:nvSpPr>
          <p:cNvPr id="2" name="Date Placeholder 2">
            <a:extLst>
              <a:ext uri="{FF2B5EF4-FFF2-40B4-BE49-F238E27FC236}">
                <a16:creationId xmlns:a16="http://schemas.microsoft.com/office/drawing/2014/main" id="{CCE8A96C-D042-4133-B9A1-CC6CF08EF833}"/>
              </a:ext>
            </a:extLst>
          </p:cNvPr>
          <p:cNvSpPr>
            <a:spLocks noGrp="1"/>
          </p:cNvSpPr>
          <p:nvPr>
            <p:ph type="dt" sz="half" idx="10"/>
          </p:nvPr>
        </p:nvSpPr>
        <p:spPr/>
        <p:txBody>
          <a:bodyPr/>
          <a:lstStyle/>
          <a:p>
            <a:r>
              <a:rPr lang="en-IN" dirty="0"/>
              <a:t>2024  25</a:t>
            </a:r>
          </a:p>
        </p:txBody>
      </p:sp>
      <p:sp>
        <p:nvSpPr>
          <p:cNvPr id="15" name="Footer Placeholder 3"/>
          <p:cNvSpPr>
            <a:spLocks noGrp="1"/>
          </p:cNvSpPr>
          <p:nvPr>
            <p:ph type="ftr" sz="quarter" idx="11"/>
          </p:nvPr>
        </p:nvSpPr>
        <p:spPr/>
        <p:txBody>
          <a:bodyPr/>
          <a:lstStyle/>
          <a:p>
            <a:r>
              <a:rPr lang="en-GB" dirty="0" err="1"/>
              <a:t>Dept</a:t>
            </a:r>
            <a:r>
              <a:rPr lang="en-GB" dirty="0"/>
              <a:t> of </a:t>
            </a:r>
            <a:r>
              <a:rPr lang="en-GB" dirty="0" err="1"/>
              <a:t>ece</a:t>
            </a:r>
            <a:r>
              <a:rPr lang="en-GB" dirty="0"/>
              <a:t>, </a:t>
            </a:r>
            <a:r>
              <a:rPr lang="en-GB" dirty="0" err="1"/>
              <a:t>bnmit</a:t>
            </a:r>
            <a:endParaRPr lang="en-IN" dirty="0"/>
          </a:p>
          <a:p>
            <a:endParaRPr lang="en-IN" dirty="0"/>
          </a:p>
        </p:txBody>
      </p:sp>
      <p:sp>
        <p:nvSpPr>
          <p:cNvPr id="4" name="Slide Number Placeholder 3"/>
          <p:cNvSpPr>
            <a:spLocks noGrp="1"/>
          </p:cNvSpPr>
          <p:nvPr>
            <p:ph type="sldNum" sz="quarter" idx="12"/>
          </p:nvPr>
        </p:nvSpPr>
        <p:spPr/>
        <p:txBody>
          <a:bodyPr/>
          <a:lstStyle/>
          <a:p>
            <a:fld id="{5A338792-157D-4275-B9A3-9326D62F514A}" type="slidenum">
              <a:rPr lang="en-IN" smtClean="0"/>
              <a:pPr/>
              <a:t>14</a:t>
            </a:fld>
            <a:endParaRPr lang="en-IN"/>
          </a:p>
        </p:txBody>
      </p:sp>
      <p:sp>
        <p:nvSpPr>
          <p:cNvPr id="9" name="TextBox 8">
            <a:extLst>
              <a:ext uri="{FF2B5EF4-FFF2-40B4-BE49-F238E27FC236}">
                <a16:creationId xmlns:a16="http://schemas.microsoft.com/office/drawing/2014/main" id="{7492CC9E-C680-089F-E550-76C8F5EE285A}"/>
              </a:ext>
            </a:extLst>
          </p:cNvPr>
          <p:cNvSpPr txBox="1"/>
          <p:nvPr/>
        </p:nvSpPr>
        <p:spPr>
          <a:xfrm>
            <a:off x="1202607" y="1700784"/>
            <a:ext cx="9036558" cy="2795958"/>
          </a:xfrm>
          <a:prstGeom prst="rect">
            <a:avLst/>
          </a:prstGeom>
          <a:noFill/>
        </p:spPr>
        <p:txBody>
          <a:bodyPr wrap="square">
            <a:spAutoFit/>
          </a:bodyPr>
          <a:lstStyle/>
          <a:p>
            <a:pPr>
              <a:lnSpc>
                <a:spcPct val="150000"/>
              </a:lnSpc>
            </a:pP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Real-time logging and performance optimization. </a:t>
            </a: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Upgrade models and enable remote monitoring. </a:t>
            </a: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Connect with packaging systems and IoT. </a:t>
            </a: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Enhance energy efficiency and reduce waste.</a:t>
            </a:r>
          </a:p>
        </p:txBody>
      </p:sp>
    </p:spTree>
    <p:extLst>
      <p:ext uri="{BB962C8B-B14F-4D97-AF65-F5344CB8AC3E}">
        <p14:creationId xmlns:p14="http://schemas.microsoft.com/office/powerpoint/2010/main" val="394995901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3">
            <a:extLst>
              <a:ext uri="{FF2B5EF4-FFF2-40B4-BE49-F238E27FC236}">
                <a16:creationId xmlns:a16="http://schemas.microsoft.com/office/drawing/2014/main" id="{FF2A9297-83D2-4458-B3F7-13726EF5D25C}"/>
              </a:ext>
            </a:extLst>
          </p:cNvPr>
          <p:cNvSpPr>
            <a:spLocks noGrp="1"/>
          </p:cNvSpPr>
          <p:nvPr>
            <p:ph type="title"/>
          </p:nvPr>
        </p:nvSpPr>
        <p:spPr>
          <a:xfrm>
            <a:off x="432712" y="2065386"/>
            <a:ext cx="11143696" cy="3871738"/>
          </a:xfrm>
        </p:spPr>
        <p:txBody>
          <a:bodyPr>
            <a:noAutofit/>
          </a:bodyPr>
          <a:lstStyle/>
          <a:p>
            <a:pPr algn="ctr"/>
            <a:r>
              <a:rPr lang="en-IN" sz="10800" dirty="0">
                <a:solidFill>
                  <a:schemeClr val="tx1"/>
                </a:solidFill>
                <a:latin typeface="Times New Roman" panose="02020603050405020304" pitchFamily="18" charset="0"/>
                <a:cs typeface="Times New Roman" panose="02020603050405020304" pitchFamily="18" charset="0"/>
              </a:rPr>
              <a:t>Thank you</a:t>
            </a:r>
            <a:br>
              <a:rPr lang="en-IN" sz="13000" dirty="0"/>
            </a:br>
            <a:endParaRPr lang="en-IN" sz="13000" dirty="0"/>
          </a:p>
        </p:txBody>
      </p:sp>
      <p:sp>
        <p:nvSpPr>
          <p:cNvPr id="4" name="Slide Number Placeholder 3">
            <a:extLst>
              <a:ext uri="{FF2B5EF4-FFF2-40B4-BE49-F238E27FC236}">
                <a16:creationId xmlns:a16="http://schemas.microsoft.com/office/drawing/2014/main" id="{3518DB99-B8F3-4D24-918F-F328F9D38399}"/>
              </a:ext>
            </a:extLst>
          </p:cNvPr>
          <p:cNvSpPr>
            <a:spLocks noGrp="1"/>
          </p:cNvSpPr>
          <p:nvPr>
            <p:ph type="sldNum" sz="quarter" idx="12"/>
          </p:nvPr>
        </p:nvSpPr>
        <p:spPr/>
        <p:txBody>
          <a:bodyPr/>
          <a:lstStyle/>
          <a:p>
            <a:fld id="{5A338792-157D-4275-B9A3-9326D62F514A}" type="slidenum">
              <a:rPr lang="en-IN" smtClean="0"/>
              <a:pPr/>
              <a:t>15</a:t>
            </a:fld>
            <a:endParaRPr lang="en-IN"/>
          </a:p>
        </p:txBody>
      </p:sp>
    </p:spTree>
    <p:extLst>
      <p:ext uri="{BB962C8B-B14F-4D97-AF65-F5344CB8AC3E}">
        <p14:creationId xmlns:p14="http://schemas.microsoft.com/office/powerpoint/2010/main" val="3208977500"/>
      </p:ext>
    </p:extLst>
  </p:cSld>
  <p:clrMapOvr>
    <a:masterClrMapping/>
  </p:clrMapOvr>
  <p:transition spd="slow">
    <p:push dir="u"/>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4302</TotalTime>
  <Words>468</Words>
  <Application>Microsoft Office PowerPoint</Application>
  <PresentationFormat>Widescreen</PresentationFormat>
  <Paragraphs>74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English111 Vivace BT</vt:lpstr>
      <vt:lpstr>Times New Roman</vt:lpstr>
      <vt:lpstr>Retrospect</vt:lpstr>
      <vt:lpstr>PowerPoint Presentation</vt:lpstr>
      <vt:lpstr>PROBLEM STATEMENT </vt:lpstr>
      <vt:lpstr>Introduction</vt:lpstr>
      <vt:lpstr>Objective and Scope</vt:lpstr>
      <vt:lpstr>Description of project work </vt:lpstr>
      <vt:lpstr>BLOCK DIAGRAM</vt:lpstr>
      <vt:lpstr>Methodology</vt:lpstr>
      <vt:lpstr>PowerPoint Presentation</vt:lpstr>
      <vt:lpstr>Results</vt:lpstr>
      <vt:lpstr>PowerPoint Presentation</vt:lpstr>
      <vt:lpstr>PowerPoint Presentation</vt:lpstr>
      <vt:lpstr>PowerPoint Presentation</vt:lpstr>
      <vt:lpstr>Conclusion</vt:lpstr>
      <vt:lpstr>Future Enhancement</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Stree Raksha: Safety Gadget for Women</dc:title>
  <dc:creator>Inchara</dc:creator>
  <cp:lastModifiedBy>Thanushree Anand</cp:lastModifiedBy>
  <cp:revision>268</cp:revision>
  <dcterms:created xsi:type="dcterms:W3CDTF">2019-09-10T08:19:56Z</dcterms:created>
  <dcterms:modified xsi:type="dcterms:W3CDTF">2024-11-06T15:41:42Z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de70ee2-0cb4-4d60-aee5-75ef2c4c8a90_Enabled">
    <vt:lpwstr>True</vt:lpwstr>
  </property>
  <property fmtid="{D5CDD505-2E9C-101B-9397-08002B2CF9AE}" pid="3" name="MSIP_Label_7de70ee2-0cb4-4d60-aee5-75ef2c4c8a90_SiteId">
    <vt:lpwstr>945c199a-83a2-4e80-9f8c-5a91be5752dd</vt:lpwstr>
  </property>
  <property fmtid="{D5CDD505-2E9C-101B-9397-08002B2CF9AE}" pid="4" name="MSIP_Label_7de70ee2-0cb4-4d60-aee5-75ef2c4c8a90_Owner">
    <vt:lpwstr>Alankritha_T_v@Dell.com</vt:lpwstr>
  </property>
  <property fmtid="{D5CDD505-2E9C-101B-9397-08002B2CF9AE}" pid="5" name="MSIP_Label_7de70ee2-0cb4-4d60-aee5-75ef2c4c8a90_SetDate">
    <vt:lpwstr>2020-04-22T05:12:00.1932508Z</vt:lpwstr>
  </property>
  <property fmtid="{D5CDD505-2E9C-101B-9397-08002B2CF9AE}" pid="6" name="MSIP_Label_7de70ee2-0cb4-4d60-aee5-75ef2c4c8a90_Name">
    <vt:lpwstr>Internal Use</vt:lpwstr>
  </property>
  <property fmtid="{D5CDD505-2E9C-101B-9397-08002B2CF9AE}" pid="7" name="MSIP_Label_7de70ee2-0cb4-4d60-aee5-75ef2c4c8a90_Application">
    <vt:lpwstr>Microsoft Azure Information Protection</vt:lpwstr>
  </property>
  <property fmtid="{D5CDD505-2E9C-101B-9397-08002B2CF9AE}" pid="8" name="MSIP_Label_7de70ee2-0cb4-4d60-aee5-75ef2c4c8a90_Extended_MSFT_Method">
    <vt:lpwstr>Manual</vt:lpwstr>
  </property>
  <property fmtid="{D5CDD505-2E9C-101B-9397-08002B2CF9AE}" pid="9" name="MSIP_Label_c6e0e3e8-8921-4906-b77b-3374d4e05132_Enabled">
    <vt:lpwstr>True</vt:lpwstr>
  </property>
  <property fmtid="{D5CDD505-2E9C-101B-9397-08002B2CF9AE}" pid="10" name="MSIP_Label_c6e0e3e8-8921-4906-b77b-3374d4e05132_SiteId">
    <vt:lpwstr>945c199a-83a2-4e80-9f8c-5a91be5752dd</vt:lpwstr>
  </property>
  <property fmtid="{D5CDD505-2E9C-101B-9397-08002B2CF9AE}" pid="11" name="MSIP_Label_c6e0e3e8-8921-4906-b77b-3374d4e05132_Owner">
    <vt:lpwstr>Alankritha_T_v@Dell.com</vt:lpwstr>
  </property>
  <property fmtid="{D5CDD505-2E9C-101B-9397-08002B2CF9AE}" pid="12" name="MSIP_Label_c6e0e3e8-8921-4906-b77b-3374d4e05132_SetDate">
    <vt:lpwstr>2020-04-22T05:12:00.1932508Z</vt:lpwstr>
  </property>
  <property fmtid="{D5CDD505-2E9C-101B-9397-08002B2CF9AE}" pid="13" name="MSIP_Label_c6e0e3e8-8921-4906-b77b-3374d4e05132_Name">
    <vt:lpwstr>No Visual Marking</vt:lpwstr>
  </property>
  <property fmtid="{D5CDD505-2E9C-101B-9397-08002B2CF9AE}" pid="14" name="MSIP_Label_c6e0e3e8-8921-4906-b77b-3374d4e05132_Application">
    <vt:lpwstr>Microsoft Azure Information Protection</vt:lpwstr>
  </property>
  <property fmtid="{D5CDD505-2E9C-101B-9397-08002B2CF9AE}" pid="15" name="MSIP_Label_c6e0e3e8-8921-4906-b77b-3374d4e05132_Parent">
    <vt:lpwstr>7de70ee2-0cb4-4d60-aee5-75ef2c4c8a90</vt:lpwstr>
  </property>
  <property fmtid="{D5CDD505-2E9C-101B-9397-08002B2CF9AE}" pid="16" name="MSIP_Label_c6e0e3e8-8921-4906-b77b-3374d4e05132_Extended_MSFT_Method">
    <vt:lpwstr>Manual</vt:lpwstr>
  </property>
  <property fmtid="{D5CDD505-2E9C-101B-9397-08002B2CF9AE}" pid="17" name="aiplabel">
    <vt:lpwstr>Internal Use No Visual Marking</vt:lpwstr>
  </property>
</Properties>
</file>